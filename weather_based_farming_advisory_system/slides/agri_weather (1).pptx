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5918A9-5FFE-4EC0-946B-DC9866CD20BD}" v="27" dt="2026-04-06T12:12:53.42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72" y="37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lin varshitha bollam" userId="233c9d9dd16ce725" providerId="LiveId" clId="{EA9238FE-D685-4269-A0EF-C088953FBDBA}"/>
    <pc:docChg chg="undo custSel modSld">
      <pc:chgData name="sherlin varshitha bollam" userId="233c9d9dd16ce725" providerId="LiveId" clId="{EA9238FE-D685-4269-A0EF-C088953FBDBA}" dt="2026-04-06T12:13:26.874" v="1037" actId="20577"/>
      <pc:docMkLst>
        <pc:docMk/>
      </pc:docMkLst>
      <pc:sldChg chg="addSp delSp modSp mod">
        <pc:chgData name="sherlin varshitha bollam" userId="233c9d9dd16ce725" providerId="LiveId" clId="{EA9238FE-D685-4269-A0EF-C088953FBDBA}" dt="2026-04-06T11:27:43.266" v="507" actId="255"/>
        <pc:sldMkLst>
          <pc:docMk/>
          <pc:sldMk cId="0" sldId="256"/>
        </pc:sldMkLst>
        <pc:spChg chg="add del mod">
          <ac:chgData name="sherlin varshitha bollam" userId="233c9d9dd16ce725" providerId="LiveId" clId="{EA9238FE-D685-4269-A0EF-C088953FBDBA}" dt="2026-04-06T11:27:43.266" v="507" actId="255"/>
          <ac:spMkLst>
            <pc:docMk/>
            <pc:sldMk cId="0" sldId="256"/>
            <ac:spMk id="6" creationId="{00000000-0000-0000-0000-000000000000}"/>
          </ac:spMkLst>
        </pc:spChg>
        <pc:picChg chg="add del mod">
          <ac:chgData name="sherlin varshitha bollam" userId="233c9d9dd16ce725" providerId="LiveId" clId="{EA9238FE-D685-4269-A0EF-C088953FBDBA}" dt="2026-04-06T11:24:33.838" v="483" actId="478"/>
          <ac:picMkLst>
            <pc:docMk/>
            <pc:sldMk cId="0" sldId="256"/>
            <ac:picMk id="5" creationId="{00000000-0000-0000-0000-000000000000}"/>
          </ac:picMkLst>
        </pc:picChg>
        <pc:picChg chg="add del mod">
          <ac:chgData name="sherlin varshitha bollam" userId="233c9d9dd16ce725" providerId="LiveId" clId="{EA9238FE-D685-4269-A0EF-C088953FBDBA}" dt="2026-04-06T11:24:29.155" v="482" actId="478"/>
          <ac:picMkLst>
            <pc:docMk/>
            <pc:sldMk cId="0" sldId="256"/>
            <ac:picMk id="7" creationId="{00000000-0000-0000-0000-000000000000}"/>
          </ac:picMkLst>
        </pc:picChg>
        <pc:picChg chg="add del">
          <ac:chgData name="sherlin varshitha bollam" userId="233c9d9dd16ce725" providerId="LiveId" clId="{EA9238FE-D685-4269-A0EF-C088953FBDBA}" dt="2026-04-06T11:24:36.125" v="484" actId="478"/>
          <ac:picMkLst>
            <pc:docMk/>
            <pc:sldMk cId="0" sldId="256"/>
            <ac:picMk id="8" creationId="{00000000-0000-0000-0000-000000000000}"/>
          </ac:picMkLst>
        </pc:picChg>
        <pc:picChg chg="add del">
          <ac:chgData name="sherlin varshitha bollam" userId="233c9d9dd16ce725" providerId="LiveId" clId="{EA9238FE-D685-4269-A0EF-C088953FBDBA}" dt="2026-04-06T11:24:38.028" v="485" actId="478"/>
          <ac:picMkLst>
            <pc:docMk/>
            <pc:sldMk cId="0" sldId="256"/>
            <ac:picMk id="9" creationId="{00000000-0000-0000-0000-000000000000}"/>
          </ac:picMkLst>
        </pc:picChg>
        <pc:picChg chg="add del">
          <ac:chgData name="sherlin varshitha bollam" userId="233c9d9dd16ce725" providerId="LiveId" clId="{EA9238FE-D685-4269-A0EF-C088953FBDBA}" dt="2026-04-06T11:24:42.151" v="486" actId="478"/>
          <ac:picMkLst>
            <pc:docMk/>
            <pc:sldMk cId="0" sldId="256"/>
            <ac:picMk id="10" creationId="{00000000-0000-0000-0000-000000000000}"/>
          </ac:picMkLst>
        </pc:picChg>
        <pc:picChg chg="add del mod">
          <ac:chgData name="sherlin varshitha bollam" userId="233c9d9dd16ce725" providerId="LiveId" clId="{EA9238FE-D685-4269-A0EF-C088953FBDBA}" dt="2026-04-06T11:24:44.279" v="487" actId="478"/>
          <ac:picMkLst>
            <pc:docMk/>
            <pc:sldMk cId="0" sldId="256"/>
            <ac:picMk id="11" creationId="{00000000-0000-0000-0000-000000000000}"/>
          </ac:picMkLst>
        </pc:picChg>
      </pc:sldChg>
      <pc:sldChg chg="modSp mod">
        <pc:chgData name="sherlin varshitha bollam" userId="233c9d9dd16ce725" providerId="LiveId" clId="{EA9238FE-D685-4269-A0EF-C088953FBDBA}" dt="2026-04-06T11:36:47.393" v="579" actId="255"/>
        <pc:sldMkLst>
          <pc:docMk/>
          <pc:sldMk cId="0" sldId="257"/>
        </pc:sldMkLst>
        <pc:spChg chg="mod">
          <ac:chgData name="sherlin varshitha bollam" userId="233c9d9dd16ce725" providerId="LiveId" clId="{EA9238FE-D685-4269-A0EF-C088953FBDBA}" dt="2026-04-06T11:36:47.393" v="579" actId="255"/>
          <ac:spMkLst>
            <pc:docMk/>
            <pc:sldMk cId="0" sldId="257"/>
            <ac:spMk id="10" creationId="{00000000-0000-0000-0000-000000000000}"/>
          </ac:spMkLst>
        </pc:spChg>
      </pc:sldChg>
      <pc:sldChg chg="delSp modSp mod">
        <pc:chgData name="sherlin varshitha bollam" userId="233c9d9dd16ce725" providerId="LiveId" clId="{EA9238FE-D685-4269-A0EF-C088953FBDBA}" dt="2026-04-06T11:35:08.587" v="566" actId="478"/>
        <pc:sldMkLst>
          <pc:docMk/>
          <pc:sldMk cId="0" sldId="258"/>
        </pc:sldMkLst>
        <pc:spChg chg="mod">
          <ac:chgData name="sherlin varshitha bollam" userId="233c9d9dd16ce725" providerId="LiveId" clId="{EA9238FE-D685-4269-A0EF-C088953FBDBA}" dt="2026-04-06T11:34:59.751" v="562" actId="12"/>
          <ac:spMkLst>
            <pc:docMk/>
            <pc:sldMk cId="0" sldId="258"/>
            <ac:spMk id="3" creationId="{00000000-0000-0000-0000-000000000000}"/>
          </ac:spMkLst>
        </pc:spChg>
        <pc:picChg chg="del">
          <ac:chgData name="sherlin varshitha bollam" userId="233c9d9dd16ce725" providerId="LiveId" clId="{EA9238FE-D685-4269-A0EF-C088953FBDBA}" dt="2026-04-06T11:35:02.812" v="563" actId="478"/>
          <ac:picMkLst>
            <pc:docMk/>
            <pc:sldMk cId="0" sldId="258"/>
            <ac:picMk id="2" creationId="{00000000-0000-0000-0000-000000000000}"/>
          </ac:picMkLst>
        </pc:picChg>
        <pc:picChg chg="del">
          <ac:chgData name="sherlin varshitha bollam" userId="233c9d9dd16ce725" providerId="LiveId" clId="{EA9238FE-D685-4269-A0EF-C088953FBDBA}" dt="2026-04-06T11:35:04.869" v="564" actId="478"/>
          <ac:picMkLst>
            <pc:docMk/>
            <pc:sldMk cId="0" sldId="258"/>
            <ac:picMk id="4" creationId="{00000000-0000-0000-0000-000000000000}"/>
          </ac:picMkLst>
        </pc:picChg>
        <pc:picChg chg="del">
          <ac:chgData name="sherlin varshitha bollam" userId="233c9d9dd16ce725" providerId="LiveId" clId="{EA9238FE-D685-4269-A0EF-C088953FBDBA}" dt="2026-04-06T11:35:06.747" v="565" actId="478"/>
          <ac:picMkLst>
            <pc:docMk/>
            <pc:sldMk cId="0" sldId="258"/>
            <ac:picMk id="5" creationId="{00000000-0000-0000-0000-000000000000}"/>
          </ac:picMkLst>
        </pc:picChg>
        <pc:picChg chg="del">
          <ac:chgData name="sherlin varshitha bollam" userId="233c9d9dd16ce725" providerId="LiveId" clId="{EA9238FE-D685-4269-A0EF-C088953FBDBA}" dt="2026-04-06T11:35:08.587" v="566" actId="478"/>
          <ac:picMkLst>
            <pc:docMk/>
            <pc:sldMk cId="0" sldId="258"/>
            <ac:picMk id="6" creationId="{00000000-0000-0000-0000-000000000000}"/>
          </ac:picMkLst>
        </pc:picChg>
      </pc:sldChg>
      <pc:sldChg chg="addSp delSp modSp mod">
        <pc:chgData name="sherlin varshitha bollam" userId="233c9d9dd16ce725" providerId="LiveId" clId="{EA9238FE-D685-4269-A0EF-C088953FBDBA}" dt="2026-04-06T11:35:42.338" v="570" actId="14100"/>
        <pc:sldMkLst>
          <pc:docMk/>
          <pc:sldMk cId="0" sldId="259"/>
        </pc:sldMkLst>
        <pc:spChg chg="del mod">
          <ac:chgData name="sherlin varshitha bollam" userId="233c9d9dd16ce725" providerId="LiveId" clId="{EA9238FE-D685-4269-A0EF-C088953FBDBA}" dt="2026-04-06T11:32:09.178" v="538"/>
          <ac:spMkLst>
            <pc:docMk/>
            <pc:sldMk cId="0" sldId="259"/>
            <ac:spMk id="9" creationId="{00000000-0000-0000-0000-000000000000}"/>
          </ac:spMkLst>
        </pc:spChg>
        <pc:spChg chg="add mod">
          <ac:chgData name="sherlin varshitha bollam" userId="233c9d9dd16ce725" providerId="LiveId" clId="{EA9238FE-D685-4269-A0EF-C088953FBDBA}" dt="2026-04-06T11:35:42.338" v="570" actId="14100"/>
          <ac:spMkLst>
            <pc:docMk/>
            <pc:sldMk cId="0" sldId="259"/>
            <ac:spMk id="15" creationId="{3C5D3FF2-E82E-DFA8-4EA7-9E22500A5CC9}"/>
          </ac:spMkLst>
        </pc:spChg>
        <pc:picChg chg="del">
          <ac:chgData name="sherlin varshitha bollam" userId="233c9d9dd16ce725" providerId="LiveId" clId="{EA9238FE-D685-4269-A0EF-C088953FBDBA}" dt="2026-04-06T11:32:16.465" v="541" actId="478"/>
          <ac:picMkLst>
            <pc:docMk/>
            <pc:sldMk cId="0" sldId="259"/>
            <ac:picMk id="5" creationId="{00000000-0000-0000-0000-000000000000}"/>
          </ac:picMkLst>
        </pc:picChg>
        <pc:picChg chg="del">
          <ac:chgData name="sherlin varshitha bollam" userId="233c9d9dd16ce725" providerId="LiveId" clId="{EA9238FE-D685-4269-A0EF-C088953FBDBA}" dt="2026-04-06T11:32:14.277" v="540" actId="478"/>
          <ac:picMkLst>
            <pc:docMk/>
            <pc:sldMk cId="0" sldId="259"/>
            <ac:picMk id="6" creationId="{00000000-0000-0000-0000-000000000000}"/>
          </ac:picMkLst>
        </pc:picChg>
        <pc:picChg chg="del">
          <ac:chgData name="sherlin varshitha bollam" userId="233c9d9dd16ce725" providerId="LiveId" clId="{EA9238FE-D685-4269-A0EF-C088953FBDBA}" dt="2026-04-06T11:32:12.386" v="539" actId="478"/>
          <ac:picMkLst>
            <pc:docMk/>
            <pc:sldMk cId="0" sldId="259"/>
            <ac:picMk id="7" creationId="{00000000-0000-0000-0000-000000000000}"/>
          </ac:picMkLst>
        </pc:picChg>
        <pc:picChg chg="del">
          <ac:chgData name="sherlin varshitha bollam" userId="233c9d9dd16ce725" providerId="LiveId" clId="{EA9238FE-D685-4269-A0EF-C088953FBDBA}" dt="2026-04-06T11:30:15.982" v="517" actId="478"/>
          <ac:picMkLst>
            <pc:docMk/>
            <pc:sldMk cId="0" sldId="259"/>
            <ac:picMk id="8" creationId="{00000000-0000-0000-0000-000000000000}"/>
          </ac:picMkLst>
        </pc:picChg>
      </pc:sldChg>
      <pc:sldChg chg="addSp delSp modSp mod">
        <pc:chgData name="sherlin varshitha bollam" userId="233c9d9dd16ce725" providerId="LiveId" clId="{EA9238FE-D685-4269-A0EF-C088953FBDBA}" dt="2026-04-06T11:42:51.373" v="597" actId="255"/>
        <pc:sldMkLst>
          <pc:docMk/>
          <pc:sldMk cId="0" sldId="260"/>
        </pc:sldMkLst>
        <pc:spChg chg="mod">
          <ac:chgData name="sherlin varshitha bollam" userId="233c9d9dd16ce725" providerId="LiveId" clId="{EA9238FE-D685-4269-A0EF-C088953FBDBA}" dt="2026-04-06T11:42:51.373" v="597" actId="255"/>
          <ac:spMkLst>
            <pc:docMk/>
            <pc:sldMk cId="0" sldId="260"/>
            <ac:spMk id="3" creationId="{00000000-0000-0000-0000-000000000000}"/>
          </ac:spMkLst>
        </pc:spChg>
        <pc:picChg chg="del">
          <ac:chgData name="sherlin varshitha bollam" userId="233c9d9dd16ce725" providerId="LiveId" clId="{EA9238FE-D685-4269-A0EF-C088953FBDBA}" dt="2026-04-06T11:40:31.826" v="580" actId="478"/>
          <ac:picMkLst>
            <pc:docMk/>
            <pc:sldMk cId="0" sldId="260"/>
            <ac:picMk id="4" creationId="{00000000-0000-0000-0000-000000000000}"/>
          </ac:picMkLst>
        </pc:picChg>
        <pc:picChg chg="add mod">
          <ac:chgData name="sherlin varshitha bollam" userId="233c9d9dd16ce725" providerId="LiveId" clId="{EA9238FE-D685-4269-A0EF-C088953FBDBA}" dt="2026-04-06T11:40:57.831" v="589" actId="1076"/>
          <ac:picMkLst>
            <pc:docMk/>
            <pc:sldMk cId="0" sldId="260"/>
            <ac:picMk id="12" creationId="{42F6A5CA-24DA-450A-693C-76ED268D4BEC}"/>
          </ac:picMkLst>
        </pc:picChg>
      </pc:sldChg>
      <pc:sldChg chg="addSp delSp modSp mod">
        <pc:chgData name="sherlin varshitha bollam" userId="233c9d9dd16ce725" providerId="LiveId" clId="{EA9238FE-D685-4269-A0EF-C088953FBDBA}" dt="2026-04-06T11:55:05.563" v="681"/>
        <pc:sldMkLst>
          <pc:docMk/>
          <pc:sldMk cId="0" sldId="261"/>
        </pc:sldMkLst>
        <pc:spChg chg="del mod">
          <ac:chgData name="sherlin varshitha bollam" userId="233c9d9dd16ce725" providerId="LiveId" clId="{EA9238FE-D685-4269-A0EF-C088953FBDBA}" dt="2026-04-06T11:51:18.965" v="661"/>
          <ac:spMkLst>
            <pc:docMk/>
            <pc:sldMk cId="0" sldId="261"/>
            <ac:spMk id="9" creationId="{00000000-0000-0000-0000-000000000000}"/>
          </ac:spMkLst>
        </pc:spChg>
        <pc:spChg chg="mod">
          <ac:chgData name="sherlin varshitha bollam" userId="233c9d9dd16ce725" providerId="LiveId" clId="{EA9238FE-D685-4269-A0EF-C088953FBDBA}" dt="2026-04-06T11:55:05.563" v="681"/>
          <ac:spMkLst>
            <pc:docMk/>
            <pc:sldMk cId="0" sldId="261"/>
            <ac:spMk id="10" creationId="{00000000-0000-0000-0000-000000000000}"/>
          </ac:spMkLst>
        </pc:spChg>
        <pc:picChg chg="del">
          <ac:chgData name="sherlin varshitha bollam" userId="233c9d9dd16ce725" providerId="LiveId" clId="{EA9238FE-D685-4269-A0EF-C088953FBDBA}" dt="2026-04-06T11:49:28.097" v="629" actId="478"/>
          <ac:picMkLst>
            <pc:docMk/>
            <pc:sldMk cId="0" sldId="261"/>
            <ac:picMk id="5" creationId="{00000000-0000-0000-0000-000000000000}"/>
          </ac:picMkLst>
        </pc:picChg>
        <pc:picChg chg="del">
          <ac:chgData name="sherlin varshitha bollam" userId="233c9d9dd16ce725" providerId="LiveId" clId="{EA9238FE-D685-4269-A0EF-C088953FBDBA}" dt="2026-04-06T11:49:29.884" v="630" actId="478"/>
          <ac:picMkLst>
            <pc:docMk/>
            <pc:sldMk cId="0" sldId="261"/>
            <ac:picMk id="6" creationId="{00000000-0000-0000-0000-000000000000}"/>
          </ac:picMkLst>
        </pc:picChg>
        <pc:picChg chg="del">
          <ac:chgData name="sherlin varshitha bollam" userId="233c9d9dd16ce725" providerId="LiveId" clId="{EA9238FE-D685-4269-A0EF-C088953FBDBA}" dt="2026-04-06T11:49:31.594" v="631" actId="478"/>
          <ac:picMkLst>
            <pc:docMk/>
            <pc:sldMk cId="0" sldId="261"/>
            <ac:picMk id="7" creationId="{00000000-0000-0000-0000-000000000000}"/>
          </ac:picMkLst>
        </pc:picChg>
        <pc:picChg chg="del">
          <ac:chgData name="sherlin varshitha bollam" userId="233c9d9dd16ce725" providerId="LiveId" clId="{EA9238FE-D685-4269-A0EF-C088953FBDBA}" dt="2026-04-06T11:49:33.696" v="632" actId="478"/>
          <ac:picMkLst>
            <pc:docMk/>
            <pc:sldMk cId="0" sldId="261"/>
            <ac:picMk id="8" creationId="{00000000-0000-0000-0000-000000000000}"/>
          </ac:picMkLst>
        </pc:picChg>
        <pc:picChg chg="del">
          <ac:chgData name="sherlin varshitha bollam" userId="233c9d9dd16ce725" providerId="LiveId" clId="{EA9238FE-D685-4269-A0EF-C088953FBDBA}" dt="2026-04-06T11:43:16.065" v="598" actId="478"/>
          <ac:picMkLst>
            <pc:docMk/>
            <pc:sldMk cId="0" sldId="261"/>
            <ac:picMk id="12" creationId="{00000000-0000-0000-0000-000000000000}"/>
          </ac:picMkLst>
        </pc:picChg>
        <pc:picChg chg="add del mod">
          <ac:chgData name="sherlin varshitha bollam" userId="233c9d9dd16ce725" providerId="LiveId" clId="{EA9238FE-D685-4269-A0EF-C088953FBDBA}" dt="2026-04-06T11:43:22.470" v="601" actId="478"/>
          <ac:picMkLst>
            <pc:docMk/>
            <pc:sldMk cId="0" sldId="261"/>
            <ac:picMk id="17" creationId="{8370A34B-DB91-2BA3-5128-B836D67591DE}"/>
          </ac:picMkLst>
        </pc:picChg>
        <pc:picChg chg="add mod">
          <ac:chgData name="sherlin varshitha bollam" userId="233c9d9dd16ce725" providerId="LiveId" clId="{EA9238FE-D685-4269-A0EF-C088953FBDBA}" dt="2026-04-06T11:45:17.608" v="608" actId="14100"/>
          <ac:picMkLst>
            <pc:docMk/>
            <pc:sldMk cId="0" sldId="261"/>
            <ac:picMk id="19" creationId="{EFAB02DE-983B-2B9A-7DF5-A329166D55EA}"/>
          </ac:picMkLst>
        </pc:picChg>
      </pc:sldChg>
      <pc:sldChg chg="addSp delSp modSp mod">
        <pc:chgData name="sherlin varshitha bollam" userId="233c9d9dd16ce725" providerId="LiveId" clId="{EA9238FE-D685-4269-A0EF-C088953FBDBA}" dt="2026-04-06T12:07:55.629" v="980" actId="14100"/>
        <pc:sldMkLst>
          <pc:docMk/>
          <pc:sldMk cId="0" sldId="262"/>
        </pc:sldMkLst>
        <pc:spChg chg="mod">
          <ac:chgData name="sherlin varshitha bollam" userId="233c9d9dd16ce725" providerId="LiveId" clId="{EA9238FE-D685-4269-A0EF-C088953FBDBA}" dt="2026-04-06T11:47:41.648" v="627" actId="113"/>
          <ac:spMkLst>
            <pc:docMk/>
            <pc:sldMk cId="0" sldId="262"/>
            <ac:spMk id="3" creationId="{00000000-0000-0000-0000-000000000000}"/>
          </ac:spMkLst>
        </pc:spChg>
        <pc:picChg chg="del">
          <ac:chgData name="sherlin varshitha bollam" userId="233c9d9dd16ce725" providerId="LiveId" clId="{EA9238FE-D685-4269-A0EF-C088953FBDBA}" dt="2026-04-06T12:07:42.489" v="974" actId="478"/>
          <ac:picMkLst>
            <pc:docMk/>
            <pc:sldMk cId="0" sldId="262"/>
            <ac:picMk id="4" creationId="{00000000-0000-0000-0000-000000000000}"/>
          </ac:picMkLst>
        </pc:picChg>
        <pc:picChg chg="add mod">
          <ac:chgData name="sherlin varshitha bollam" userId="233c9d9dd16ce725" providerId="LiveId" clId="{EA9238FE-D685-4269-A0EF-C088953FBDBA}" dt="2026-04-06T12:07:55.629" v="980" actId="14100"/>
          <ac:picMkLst>
            <pc:docMk/>
            <pc:sldMk cId="0" sldId="262"/>
            <ac:picMk id="12" creationId="{4AEF1B32-9F4E-EDEC-0228-017FF2A34EDA}"/>
          </ac:picMkLst>
        </pc:picChg>
      </pc:sldChg>
      <pc:sldChg chg="addSp delSp modSp mod">
        <pc:chgData name="sherlin varshitha bollam" userId="233c9d9dd16ce725" providerId="LiveId" clId="{EA9238FE-D685-4269-A0EF-C088953FBDBA}" dt="2026-04-06T12:06:44.980" v="973" actId="20577"/>
        <pc:sldMkLst>
          <pc:docMk/>
          <pc:sldMk cId="0" sldId="263"/>
        </pc:sldMkLst>
        <pc:spChg chg="add del mod">
          <ac:chgData name="sherlin varshitha bollam" userId="233c9d9dd16ce725" providerId="LiveId" clId="{EA9238FE-D685-4269-A0EF-C088953FBDBA}" dt="2026-04-06T12:06:44.980" v="973" actId="20577"/>
          <ac:spMkLst>
            <pc:docMk/>
            <pc:sldMk cId="0" sldId="263"/>
            <ac:spMk id="7" creationId="{00000000-0000-0000-0000-000000000000}"/>
          </ac:spMkLst>
        </pc:spChg>
        <pc:picChg chg="add del">
          <ac:chgData name="sherlin varshitha bollam" userId="233c9d9dd16ce725" providerId="LiveId" clId="{EA9238FE-D685-4269-A0EF-C088953FBDBA}" dt="2026-04-06T11:58:18.071" v="720" actId="478"/>
          <ac:picMkLst>
            <pc:docMk/>
            <pc:sldMk cId="0" sldId="263"/>
            <ac:picMk id="3" creationId="{00000000-0000-0000-0000-000000000000}"/>
          </ac:picMkLst>
        </pc:picChg>
        <pc:picChg chg="add del">
          <ac:chgData name="sherlin varshitha bollam" userId="233c9d9dd16ce725" providerId="LiveId" clId="{EA9238FE-D685-4269-A0EF-C088953FBDBA}" dt="2026-04-06T11:58:25.054" v="721" actId="478"/>
          <ac:picMkLst>
            <pc:docMk/>
            <pc:sldMk cId="0" sldId="263"/>
            <ac:picMk id="4" creationId="{00000000-0000-0000-0000-000000000000}"/>
          </ac:picMkLst>
        </pc:picChg>
        <pc:picChg chg="add del">
          <ac:chgData name="sherlin varshitha bollam" userId="233c9d9dd16ce725" providerId="LiveId" clId="{EA9238FE-D685-4269-A0EF-C088953FBDBA}" dt="2026-04-06T11:58:27.064" v="722" actId="478"/>
          <ac:picMkLst>
            <pc:docMk/>
            <pc:sldMk cId="0" sldId="263"/>
            <ac:picMk id="5" creationId="{00000000-0000-0000-0000-000000000000}"/>
          </ac:picMkLst>
        </pc:picChg>
        <pc:picChg chg="add del">
          <ac:chgData name="sherlin varshitha bollam" userId="233c9d9dd16ce725" providerId="LiveId" clId="{EA9238FE-D685-4269-A0EF-C088953FBDBA}" dt="2026-04-06T11:58:29.154" v="723" actId="478"/>
          <ac:picMkLst>
            <pc:docMk/>
            <pc:sldMk cId="0" sldId="263"/>
            <ac:picMk id="6" creationId="{00000000-0000-0000-0000-000000000000}"/>
          </ac:picMkLst>
        </pc:picChg>
        <pc:picChg chg="del">
          <ac:chgData name="sherlin varshitha bollam" userId="233c9d9dd16ce725" providerId="LiveId" clId="{EA9238FE-D685-4269-A0EF-C088953FBDBA}" dt="2026-04-06T12:03:04.503" v="754" actId="478"/>
          <ac:picMkLst>
            <pc:docMk/>
            <pc:sldMk cId="0" sldId="263"/>
            <ac:picMk id="12" creationId="{00000000-0000-0000-0000-000000000000}"/>
          </ac:picMkLst>
        </pc:picChg>
        <pc:picChg chg="add mod">
          <ac:chgData name="sherlin varshitha bollam" userId="233c9d9dd16ce725" providerId="LiveId" clId="{EA9238FE-D685-4269-A0EF-C088953FBDBA}" dt="2026-04-06T12:03:08.554" v="755" actId="1076"/>
          <ac:picMkLst>
            <pc:docMk/>
            <pc:sldMk cId="0" sldId="263"/>
            <ac:picMk id="16" creationId="{F14FC788-CD28-0074-1A68-466024AE3D16}"/>
          </ac:picMkLst>
        </pc:picChg>
      </pc:sldChg>
      <pc:sldChg chg="addSp delSp modSp mod">
        <pc:chgData name="sherlin varshitha bollam" userId="233c9d9dd16ce725" providerId="LiveId" clId="{EA9238FE-D685-4269-A0EF-C088953FBDBA}" dt="2026-04-06T12:11:13.168" v="1015" actId="14100"/>
        <pc:sldMkLst>
          <pc:docMk/>
          <pc:sldMk cId="0" sldId="264"/>
        </pc:sldMkLst>
        <pc:spChg chg="add del mod">
          <ac:chgData name="sherlin varshitha bollam" userId="233c9d9dd16ce725" providerId="LiveId" clId="{EA9238FE-D685-4269-A0EF-C088953FBDBA}" dt="2026-04-06T12:11:13.168" v="1015" actId="14100"/>
          <ac:spMkLst>
            <pc:docMk/>
            <pc:sldMk cId="0" sldId="264"/>
            <ac:spMk id="10" creationId="{00000000-0000-0000-0000-000000000000}"/>
          </ac:spMkLst>
        </pc:spChg>
        <pc:picChg chg="add del">
          <ac:chgData name="sherlin varshitha bollam" userId="233c9d9dd16ce725" providerId="LiveId" clId="{EA9238FE-D685-4269-A0EF-C088953FBDBA}" dt="2026-04-06T12:10:21.949" v="1006" actId="478"/>
          <ac:picMkLst>
            <pc:docMk/>
            <pc:sldMk cId="0" sldId="264"/>
            <ac:picMk id="4" creationId="{00000000-0000-0000-0000-000000000000}"/>
          </ac:picMkLst>
        </pc:picChg>
        <pc:picChg chg="add del">
          <ac:chgData name="sherlin varshitha bollam" userId="233c9d9dd16ce725" providerId="LiveId" clId="{EA9238FE-D685-4269-A0EF-C088953FBDBA}" dt="2026-04-06T12:10:23.756" v="1007" actId="478"/>
          <ac:picMkLst>
            <pc:docMk/>
            <pc:sldMk cId="0" sldId="264"/>
            <ac:picMk id="5" creationId="{00000000-0000-0000-0000-000000000000}"/>
          </ac:picMkLst>
        </pc:picChg>
        <pc:picChg chg="add del">
          <ac:chgData name="sherlin varshitha bollam" userId="233c9d9dd16ce725" providerId="LiveId" clId="{EA9238FE-D685-4269-A0EF-C088953FBDBA}" dt="2026-04-06T12:10:26.958" v="1008" actId="478"/>
          <ac:picMkLst>
            <pc:docMk/>
            <pc:sldMk cId="0" sldId="264"/>
            <ac:picMk id="6" creationId="{00000000-0000-0000-0000-000000000000}"/>
          </ac:picMkLst>
        </pc:picChg>
        <pc:picChg chg="add del">
          <ac:chgData name="sherlin varshitha bollam" userId="233c9d9dd16ce725" providerId="LiveId" clId="{EA9238FE-D685-4269-A0EF-C088953FBDBA}" dt="2026-04-06T12:10:09.815" v="1002" actId="478"/>
          <ac:picMkLst>
            <pc:docMk/>
            <pc:sldMk cId="0" sldId="264"/>
            <ac:picMk id="7" creationId="{00000000-0000-0000-0000-000000000000}"/>
          </ac:picMkLst>
        </pc:picChg>
        <pc:picChg chg="add del">
          <ac:chgData name="sherlin varshitha bollam" userId="233c9d9dd16ce725" providerId="LiveId" clId="{EA9238FE-D685-4269-A0EF-C088953FBDBA}" dt="2026-04-06T12:10:12.106" v="1003" actId="478"/>
          <ac:picMkLst>
            <pc:docMk/>
            <pc:sldMk cId="0" sldId="264"/>
            <ac:picMk id="8" creationId="{00000000-0000-0000-0000-000000000000}"/>
          </ac:picMkLst>
        </pc:picChg>
        <pc:picChg chg="add del">
          <ac:chgData name="sherlin varshitha bollam" userId="233c9d9dd16ce725" providerId="LiveId" clId="{EA9238FE-D685-4269-A0EF-C088953FBDBA}" dt="2026-04-06T12:10:14.575" v="1004" actId="478"/>
          <ac:picMkLst>
            <pc:docMk/>
            <pc:sldMk cId="0" sldId="264"/>
            <ac:picMk id="9" creationId="{00000000-0000-0000-0000-000000000000}"/>
          </ac:picMkLst>
        </pc:picChg>
      </pc:sldChg>
      <pc:sldChg chg="modSp mod">
        <pc:chgData name="sherlin varshitha bollam" userId="233c9d9dd16ce725" providerId="LiveId" clId="{EA9238FE-D685-4269-A0EF-C088953FBDBA}" dt="2026-04-06T12:12:39.241" v="1027" actId="20577"/>
        <pc:sldMkLst>
          <pc:docMk/>
          <pc:sldMk cId="0" sldId="265"/>
        </pc:sldMkLst>
        <pc:spChg chg="mod">
          <ac:chgData name="sherlin varshitha bollam" userId="233c9d9dd16ce725" providerId="LiveId" clId="{EA9238FE-D685-4269-A0EF-C088953FBDBA}" dt="2026-04-06T12:12:39.241" v="1027" actId="20577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sherlin varshitha bollam" userId="233c9d9dd16ce725" providerId="LiveId" clId="{EA9238FE-D685-4269-A0EF-C088953FBDBA}" dt="2026-04-06T12:13:26.874" v="1037" actId="20577"/>
        <pc:sldMkLst>
          <pc:docMk/>
          <pc:sldMk cId="0" sldId="266"/>
        </pc:sldMkLst>
        <pc:spChg chg="mod">
          <ac:chgData name="sherlin varshitha bollam" userId="233c9d9dd16ce725" providerId="LiveId" clId="{EA9238FE-D685-4269-A0EF-C088953FBDBA}" dt="2026-04-06T12:13:26.874" v="1037" actId="20577"/>
          <ac:spMkLst>
            <pc:docMk/>
            <pc:sldMk cId="0" sldId="26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68238"/>
            <a:ext cx="18288000" cy="718820"/>
          </a:xfrm>
          <a:custGeom>
            <a:avLst/>
            <a:gdLst/>
            <a:ahLst/>
            <a:cxnLst/>
            <a:rect l="l" t="t" r="r" b="b"/>
            <a:pathLst>
              <a:path w="18288000" h="718820">
                <a:moveTo>
                  <a:pt x="18287999" y="718760"/>
                </a:moveTo>
                <a:lnTo>
                  <a:pt x="0" y="718760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71876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9275" y="537090"/>
            <a:ext cx="10909448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2417" y="1566956"/>
            <a:ext cx="15005685" cy="436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odingclub@sru.edu.i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odingclub@sru.edu.in" TargetMode="Externa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odingclub@sru.edu.i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odingclub@sru.edu.i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mailto:codingclub@sru.edu.i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mailto:codingclub@sru.edu.i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hyperlink" Target="mailto:codingclub@sru.edu.in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hyperlink" Target="mailto:codingclub@sru.edu.i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odingclub@sru.edu.in" TargetMode="Externa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odingclub@sru.edu.in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odingclub@sru.edu.in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807" y="314380"/>
            <a:ext cx="1571624" cy="10781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05673" y="62340"/>
            <a:ext cx="1523999" cy="15239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2079239"/>
            <a:ext cx="18288000" cy="113664"/>
          </a:xfrm>
          <a:custGeom>
            <a:avLst/>
            <a:gdLst/>
            <a:ahLst/>
            <a:cxnLst/>
            <a:rect l="l" t="t" r="r" b="b"/>
            <a:pathLst>
              <a:path w="18288000" h="113664">
                <a:moveTo>
                  <a:pt x="0" y="113219"/>
                </a:moveTo>
                <a:lnTo>
                  <a:pt x="0" y="17968"/>
                </a:lnTo>
                <a:lnTo>
                  <a:pt x="18288000" y="0"/>
                </a:lnTo>
                <a:lnTo>
                  <a:pt x="18288000" y="95250"/>
                </a:lnTo>
                <a:lnTo>
                  <a:pt x="0" y="113219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63526" y="2427954"/>
            <a:ext cx="16133874" cy="879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l">
              <a:spcBef>
                <a:spcPts val="95"/>
              </a:spcBef>
            </a:pPr>
            <a:r>
              <a:rPr lang="en-US" sz="3200" dirty="0">
                <a:latin typeface="Arial"/>
                <a:cs typeface="Arial"/>
              </a:rPr>
              <a:t>Project </a:t>
            </a:r>
            <a:r>
              <a:rPr lang="en-US" sz="3200" dirty="0" err="1">
                <a:latin typeface="Arial"/>
                <a:cs typeface="Arial"/>
              </a:rPr>
              <a:t>Title:A</a:t>
            </a:r>
            <a:r>
              <a:rPr lang="en-US" sz="3200" dirty="0">
                <a:latin typeface="Arial"/>
                <a:cs typeface="Arial"/>
              </a:rPr>
              <a:t> Weather-Based Farming Advisory System </a:t>
            </a:r>
          </a:p>
          <a:p>
            <a:pPr marL="584200" marR="5080" indent="-571500" algn="l"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US" sz="3200" dirty="0">
              <a:latin typeface="Arial"/>
              <a:cs typeface="Arial"/>
            </a:endParaRPr>
          </a:p>
          <a:p>
            <a:pPr marL="12700" marR="5080" algn="l">
              <a:spcBef>
                <a:spcPts val="95"/>
              </a:spcBef>
            </a:pPr>
            <a:r>
              <a:rPr lang="en-US" sz="3200" dirty="0">
                <a:latin typeface="Arial"/>
                <a:cs typeface="Arial"/>
              </a:rPr>
              <a:t>Domain:AG_10(Agri Tech)</a:t>
            </a:r>
          </a:p>
          <a:p>
            <a:pPr marL="12700" marR="5080" algn="l">
              <a:spcBef>
                <a:spcPts val="95"/>
              </a:spcBef>
            </a:pPr>
            <a:br>
              <a:rPr lang="en-US" sz="3200" dirty="0">
                <a:latin typeface="Arial"/>
                <a:cs typeface="Arial"/>
              </a:rPr>
            </a:br>
            <a:r>
              <a:rPr lang="en-US" sz="3200" dirty="0">
                <a:latin typeface="Arial"/>
                <a:cs typeface="Arial"/>
              </a:rPr>
              <a:t>Team </a:t>
            </a:r>
            <a:r>
              <a:rPr lang="en-US" sz="3200" dirty="0" err="1">
                <a:latin typeface="Arial"/>
                <a:cs typeface="Arial"/>
              </a:rPr>
              <a:t>Name:Code</a:t>
            </a:r>
            <a:r>
              <a:rPr lang="en-US" sz="3200" dirty="0">
                <a:latin typeface="Arial"/>
                <a:cs typeface="Arial"/>
              </a:rPr>
              <a:t> Tech</a:t>
            </a:r>
          </a:p>
          <a:p>
            <a:pPr marL="584200" marR="5080" indent="-571500" algn="l"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US" sz="3200" dirty="0">
              <a:latin typeface="Arial"/>
              <a:cs typeface="Arial"/>
            </a:endParaRPr>
          </a:p>
          <a:p>
            <a:pPr marL="12700" marR="5080" algn="l">
              <a:spcBef>
                <a:spcPts val="95"/>
              </a:spcBef>
            </a:pPr>
            <a:r>
              <a:rPr lang="en-US" sz="3200" dirty="0">
                <a:latin typeface="Arial"/>
                <a:cs typeface="Arial"/>
              </a:rPr>
              <a:t>Team </a:t>
            </a:r>
            <a:r>
              <a:rPr lang="en-US" sz="3200" dirty="0" err="1">
                <a:latin typeface="Arial"/>
                <a:cs typeface="Arial"/>
              </a:rPr>
              <a:t>Members:K.Keerthi</a:t>
            </a:r>
            <a:r>
              <a:rPr lang="en-US" sz="3200" dirty="0">
                <a:latin typeface="Arial"/>
                <a:cs typeface="Arial"/>
              </a:rPr>
              <a:t> </a:t>
            </a:r>
            <a:r>
              <a:rPr lang="en-US" sz="3200" dirty="0" err="1">
                <a:latin typeface="Arial"/>
                <a:cs typeface="Arial"/>
              </a:rPr>
              <a:t>Reddy,B.Sherlin</a:t>
            </a:r>
            <a:r>
              <a:rPr lang="en-US" sz="3200" dirty="0">
                <a:latin typeface="Arial"/>
                <a:cs typeface="Arial"/>
              </a:rPr>
              <a:t> </a:t>
            </a:r>
            <a:r>
              <a:rPr lang="en-US" sz="3200" dirty="0" err="1">
                <a:latin typeface="Arial"/>
                <a:cs typeface="Arial"/>
              </a:rPr>
              <a:t>Varshitha,K.Varshitha,V.Vyshnavi</a:t>
            </a:r>
            <a:endParaRPr lang="en-US" sz="3200" dirty="0">
              <a:latin typeface="Arial"/>
              <a:cs typeface="Arial"/>
            </a:endParaRPr>
          </a:p>
          <a:p>
            <a:pPr marL="584200" marR="5080" indent="-571500" algn="l"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US" sz="3200" dirty="0">
              <a:latin typeface="Arial"/>
              <a:cs typeface="Arial"/>
            </a:endParaRPr>
          </a:p>
          <a:p>
            <a:pPr marL="12700" marR="5080" algn="l">
              <a:spcBef>
                <a:spcPts val="95"/>
              </a:spcBef>
            </a:pPr>
            <a:r>
              <a:rPr lang="en-US" sz="3200" dirty="0" err="1">
                <a:latin typeface="Arial"/>
                <a:cs typeface="Arial"/>
              </a:rPr>
              <a:t>Department:CSE-AIML</a:t>
            </a:r>
            <a:endParaRPr lang="en-US" sz="3200" dirty="0">
              <a:latin typeface="Arial"/>
              <a:cs typeface="Arial"/>
            </a:endParaRPr>
          </a:p>
          <a:p>
            <a:pPr marL="584200" marR="5080" indent="-571500" algn="l"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US" sz="3200" dirty="0">
              <a:latin typeface="Arial"/>
              <a:cs typeface="Arial"/>
            </a:endParaRPr>
          </a:p>
          <a:p>
            <a:pPr marL="12700" marR="5080" algn="l">
              <a:spcBef>
                <a:spcPts val="95"/>
              </a:spcBef>
            </a:pPr>
            <a:r>
              <a:rPr lang="en-US" sz="3200" dirty="0">
                <a:latin typeface="Arial"/>
                <a:cs typeface="Arial"/>
              </a:rPr>
              <a:t>Event:UdbhavaX’26,Coding </a:t>
            </a:r>
            <a:r>
              <a:rPr lang="en-US" sz="3200" dirty="0" err="1">
                <a:latin typeface="Arial"/>
                <a:cs typeface="Arial"/>
              </a:rPr>
              <a:t>Club,SR</a:t>
            </a:r>
            <a:r>
              <a:rPr lang="en-US" sz="3200" dirty="0">
                <a:latin typeface="Arial"/>
                <a:cs typeface="Arial"/>
              </a:rPr>
              <a:t> University</a:t>
            </a:r>
          </a:p>
          <a:p>
            <a:pPr marL="12700" marR="5080">
              <a:lnSpc>
                <a:spcPct val="116700"/>
              </a:lnSpc>
              <a:spcBef>
                <a:spcPts val="95"/>
              </a:spcBef>
            </a:pPr>
            <a:endParaRPr lang="en-US" sz="3600" dirty="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95"/>
              </a:spcBef>
            </a:pPr>
            <a:endParaRPr lang="en-US" sz="3600" dirty="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95"/>
              </a:spcBef>
            </a:pPr>
            <a:endParaRPr lang="en-US" sz="3600" dirty="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95"/>
              </a:spcBef>
            </a:pPr>
            <a:endParaRPr lang="en-US" sz="3600" dirty="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95"/>
              </a:spcBef>
            </a:pPr>
            <a:endParaRPr sz="36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470341" y="78171"/>
            <a:ext cx="7385684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330" dirty="0">
                <a:solidFill>
                  <a:srgbClr val="004AAC"/>
                </a:solidFill>
                <a:latin typeface="Times New Roman"/>
                <a:cs typeface="Times New Roman"/>
              </a:rPr>
              <a:t>Ud</a:t>
            </a:r>
            <a:r>
              <a:rPr sz="10000" dirty="0">
                <a:solidFill>
                  <a:srgbClr val="004AAC"/>
                </a:solidFill>
                <a:latin typeface="Times New Roman"/>
                <a:cs typeface="Times New Roman"/>
              </a:rPr>
              <a:t>b</a:t>
            </a:r>
            <a:r>
              <a:rPr sz="10000" spc="330" dirty="0">
                <a:solidFill>
                  <a:srgbClr val="004AAC"/>
                </a:solidFill>
                <a:latin typeface="Times New Roman"/>
                <a:cs typeface="Times New Roman"/>
              </a:rPr>
              <a:t>h</a:t>
            </a:r>
            <a:r>
              <a:rPr sz="10000" spc="-340" dirty="0">
                <a:solidFill>
                  <a:srgbClr val="004AAC"/>
                </a:solidFill>
                <a:latin typeface="Times New Roman"/>
                <a:cs typeface="Times New Roman"/>
              </a:rPr>
              <a:t>a</a:t>
            </a:r>
            <a:r>
              <a:rPr sz="10000" spc="130" dirty="0">
                <a:solidFill>
                  <a:srgbClr val="004AAC"/>
                </a:solidFill>
                <a:latin typeface="Times New Roman"/>
                <a:cs typeface="Times New Roman"/>
              </a:rPr>
              <a:t>v</a:t>
            </a:r>
            <a:r>
              <a:rPr sz="10000" spc="330" dirty="0">
                <a:solidFill>
                  <a:srgbClr val="004AAC"/>
                </a:solidFill>
                <a:latin typeface="Times New Roman"/>
                <a:cs typeface="Times New Roman"/>
              </a:rPr>
              <a:t>aX</a:t>
            </a:r>
            <a:r>
              <a:rPr sz="10000" spc="325" dirty="0">
                <a:solidFill>
                  <a:srgbClr val="004AAC"/>
                </a:solidFill>
                <a:latin typeface="Times New Roman"/>
                <a:cs typeface="Times New Roman"/>
              </a:rPr>
              <a:t>'</a:t>
            </a:r>
            <a:r>
              <a:rPr sz="10000" spc="330" dirty="0">
                <a:solidFill>
                  <a:srgbClr val="004AAC"/>
                </a:solidFill>
                <a:latin typeface="Times New Roman"/>
                <a:cs typeface="Times New Roman"/>
              </a:rPr>
              <a:t>2</a:t>
            </a:r>
            <a:r>
              <a:rPr sz="10000" spc="335" dirty="0">
                <a:solidFill>
                  <a:srgbClr val="004AAC"/>
                </a:solidFill>
                <a:latin typeface="Times New Roman"/>
                <a:cs typeface="Times New Roman"/>
              </a:rPr>
              <a:t>6</a:t>
            </a:r>
            <a:endParaRPr sz="10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47447" y="9626432"/>
            <a:ext cx="638175" cy="638175"/>
            <a:chOff x="6347447" y="9626432"/>
            <a:chExt cx="638175" cy="638175"/>
          </a:xfrm>
        </p:grpSpPr>
        <p:sp>
          <p:nvSpPr>
            <p:cNvPr id="14" name="object 14"/>
            <p:cNvSpPr/>
            <p:nvPr/>
          </p:nvSpPr>
          <p:spPr>
            <a:xfrm>
              <a:off x="6347447" y="9626432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87" y="638174"/>
                  </a:moveTo>
                  <a:lnTo>
                    <a:pt x="280025" y="635775"/>
                  </a:lnTo>
                  <a:lnTo>
                    <a:pt x="241555" y="628612"/>
                  </a:lnTo>
                  <a:lnTo>
                    <a:pt x="204251" y="616794"/>
                  </a:lnTo>
                  <a:lnTo>
                    <a:pt x="168670" y="600497"/>
                  </a:lnTo>
                  <a:lnTo>
                    <a:pt x="135352" y="579967"/>
                  </a:lnTo>
                  <a:lnTo>
                    <a:pt x="104801" y="555515"/>
                  </a:lnTo>
                  <a:lnTo>
                    <a:pt x="77473" y="527508"/>
                  </a:lnTo>
                  <a:lnTo>
                    <a:pt x="53775" y="496362"/>
                  </a:lnTo>
                  <a:lnTo>
                    <a:pt x="34069" y="462550"/>
                  </a:lnTo>
                  <a:lnTo>
                    <a:pt x="18652" y="426584"/>
                  </a:lnTo>
                  <a:lnTo>
                    <a:pt x="7753" y="389002"/>
                  </a:lnTo>
                  <a:lnTo>
                    <a:pt x="1536" y="350363"/>
                  </a:lnTo>
                  <a:lnTo>
                    <a:pt x="0" y="319087"/>
                  </a:lnTo>
                  <a:lnTo>
                    <a:pt x="96" y="311254"/>
                  </a:lnTo>
                  <a:lnTo>
                    <a:pt x="3453" y="272267"/>
                  </a:lnTo>
                  <a:lnTo>
                    <a:pt x="11557" y="233985"/>
                  </a:lnTo>
                  <a:lnTo>
                    <a:pt x="24289" y="196977"/>
                  </a:lnTo>
                  <a:lnTo>
                    <a:pt x="41454" y="161807"/>
                  </a:lnTo>
                  <a:lnTo>
                    <a:pt x="62793" y="129007"/>
                  </a:lnTo>
                  <a:lnTo>
                    <a:pt x="87987" y="99065"/>
                  </a:lnTo>
                  <a:lnTo>
                    <a:pt x="116660" y="72429"/>
                  </a:lnTo>
                  <a:lnTo>
                    <a:pt x="148378" y="49503"/>
                  </a:lnTo>
                  <a:lnTo>
                    <a:pt x="182659" y="30635"/>
                  </a:lnTo>
                  <a:lnTo>
                    <a:pt x="218993" y="16105"/>
                  </a:lnTo>
                  <a:lnTo>
                    <a:pt x="256836" y="6131"/>
                  </a:lnTo>
                  <a:lnTo>
                    <a:pt x="295616" y="864"/>
                  </a:lnTo>
                  <a:lnTo>
                    <a:pt x="319087" y="0"/>
                  </a:lnTo>
                  <a:lnTo>
                    <a:pt x="326920" y="96"/>
                  </a:lnTo>
                  <a:lnTo>
                    <a:pt x="365907" y="3453"/>
                  </a:lnTo>
                  <a:lnTo>
                    <a:pt x="404189" y="11557"/>
                  </a:lnTo>
                  <a:lnTo>
                    <a:pt x="441196" y="24289"/>
                  </a:lnTo>
                  <a:lnTo>
                    <a:pt x="476367" y="41454"/>
                  </a:lnTo>
                  <a:lnTo>
                    <a:pt x="509167" y="62793"/>
                  </a:lnTo>
                  <a:lnTo>
                    <a:pt x="539109" y="87987"/>
                  </a:lnTo>
                  <a:lnTo>
                    <a:pt x="565745" y="116660"/>
                  </a:lnTo>
                  <a:lnTo>
                    <a:pt x="588671" y="148378"/>
                  </a:lnTo>
                  <a:lnTo>
                    <a:pt x="607539" y="182659"/>
                  </a:lnTo>
                  <a:lnTo>
                    <a:pt x="622069" y="218993"/>
                  </a:lnTo>
                  <a:lnTo>
                    <a:pt x="632043" y="256836"/>
                  </a:lnTo>
                  <a:lnTo>
                    <a:pt x="637310" y="295616"/>
                  </a:lnTo>
                  <a:lnTo>
                    <a:pt x="638174" y="319087"/>
                  </a:lnTo>
                  <a:lnTo>
                    <a:pt x="638078" y="326920"/>
                  </a:lnTo>
                  <a:lnTo>
                    <a:pt x="634721" y="365907"/>
                  </a:lnTo>
                  <a:lnTo>
                    <a:pt x="626617" y="404189"/>
                  </a:lnTo>
                  <a:lnTo>
                    <a:pt x="613885" y="441196"/>
                  </a:lnTo>
                  <a:lnTo>
                    <a:pt x="596720" y="476367"/>
                  </a:lnTo>
                  <a:lnTo>
                    <a:pt x="575381" y="509167"/>
                  </a:lnTo>
                  <a:lnTo>
                    <a:pt x="550187" y="539109"/>
                  </a:lnTo>
                  <a:lnTo>
                    <a:pt x="521514" y="565745"/>
                  </a:lnTo>
                  <a:lnTo>
                    <a:pt x="489796" y="588671"/>
                  </a:lnTo>
                  <a:lnTo>
                    <a:pt x="455515" y="607539"/>
                  </a:lnTo>
                  <a:lnTo>
                    <a:pt x="419181" y="622069"/>
                  </a:lnTo>
                  <a:lnTo>
                    <a:pt x="381338" y="632043"/>
                  </a:lnTo>
                  <a:lnTo>
                    <a:pt x="342558" y="637310"/>
                  </a:lnTo>
                  <a:lnTo>
                    <a:pt x="319087" y="638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66160" y="9825813"/>
              <a:ext cx="399415" cy="240029"/>
            </a:xfrm>
            <a:custGeom>
              <a:avLst/>
              <a:gdLst/>
              <a:ahLst/>
              <a:cxnLst/>
              <a:rect l="l" t="t" r="r" b="b"/>
              <a:pathLst>
                <a:path w="399415" h="240029">
                  <a:moveTo>
                    <a:pt x="199546" y="108022"/>
                  </a:moveTo>
                  <a:lnTo>
                    <a:pt x="9218" y="3402"/>
                  </a:lnTo>
                  <a:lnTo>
                    <a:pt x="12464" y="1254"/>
                  </a:lnTo>
                  <a:lnTo>
                    <a:pt x="16353" y="0"/>
                  </a:lnTo>
                  <a:lnTo>
                    <a:pt x="383012" y="0"/>
                  </a:lnTo>
                  <a:lnTo>
                    <a:pt x="387333" y="1576"/>
                  </a:lnTo>
                  <a:lnTo>
                    <a:pt x="390791" y="4223"/>
                  </a:lnTo>
                  <a:lnTo>
                    <a:pt x="199546" y="108022"/>
                  </a:lnTo>
                  <a:close/>
                </a:path>
                <a:path w="399415" h="240029">
                  <a:moveTo>
                    <a:pt x="679" y="224123"/>
                  </a:moveTo>
                  <a:lnTo>
                    <a:pt x="231" y="222404"/>
                  </a:lnTo>
                  <a:lnTo>
                    <a:pt x="0" y="220689"/>
                  </a:lnTo>
                  <a:lnTo>
                    <a:pt x="0" y="21645"/>
                  </a:lnTo>
                  <a:lnTo>
                    <a:pt x="118192" y="85960"/>
                  </a:lnTo>
                  <a:lnTo>
                    <a:pt x="679" y="224123"/>
                  </a:lnTo>
                  <a:close/>
                </a:path>
                <a:path w="399415" h="240029">
                  <a:moveTo>
                    <a:pt x="396399" y="228627"/>
                  </a:moveTo>
                  <a:lnTo>
                    <a:pt x="280874" y="85960"/>
                  </a:lnTo>
                  <a:lnTo>
                    <a:pt x="398859" y="23053"/>
                  </a:lnTo>
                  <a:lnTo>
                    <a:pt x="398859" y="222404"/>
                  </a:lnTo>
                  <a:lnTo>
                    <a:pt x="397968" y="225725"/>
                  </a:lnTo>
                  <a:lnTo>
                    <a:pt x="396399" y="228627"/>
                  </a:lnTo>
                  <a:close/>
                </a:path>
                <a:path w="399415" h="240029">
                  <a:moveTo>
                    <a:pt x="378716" y="239402"/>
                  </a:moveTo>
                  <a:lnTo>
                    <a:pt x="18628" y="239402"/>
                  </a:lnTo>
                  <a:lnTo>
                    <a:pt x="16923" y="239167"/>
                  </a:lnTo>
                  <a:lnTo>
                    <a:pt x="15229" y="238716"/>
                  </a:lnTo>
                  <a:lnTo>
                    <a:pt x="136616" y="96276"/>
                  </a:lnTo>
                  <a:lnTo>
                    <a:pt x="196085" y="129623"/>
                  </a:lnTo>
                  <a:lnTo>
                    <a:pt x="197816" y="130060"/>
                  </a:lnTo>
                  <a:lnTo>
                    <a:pt x="289915" y="130060"/>
                  </a:lnTo>
                  <a:lnTo>
                    <a:pt x="378716" y="239402"/>
                  </a:lnTo>
                  <a:close/>
                </a:path>
                <a:path w="399415" h="240029">
                  <a:moveTo>
                    <a:pt x="289915" y="130060"/>
                  </a:moveTo>
                  <a:lnTo>
                    <a:pt x="201278" y="130060"/>
                  </a:lnTo>
                  <a:lnTo>
                    <a:pt x="203009" y="129623"/>
                  </a:lnTo>
                  <a:lnTo>
                    <a:pt x="262477" y="96276"/>
                  </a:lnTo>
                  <a:lnTo>
                    <a:pt x="289915" y="130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043125" y="9657009"/>
            <a:ext cx="4201795" cy="5321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900" spc="-114" dirty="0">
                <a:solidFill>
                  <a:srgbClr val="FFFFFF"/>
                </a:solidFill>
                <a:latin typeface="Arial Black"/>
                <a:cs typeface="Arial Black"/>
                <a:hlinkClick r:id="rId4"/>
              </a:rPr>
              <a:t>codingclub@sru.edu.in</a:t>
            </a:r>
            <a:endParaRPr sz="2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1740" y="182681"/>
            <a:ext cx="1514474" cy="151447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011461" y="2508238"/>
            <a:ext cx="7296150" cy="5743575"/>
            <a:chOff x="11011461" y="2508238"/>
            <a:chExt cx="7296150" cy="57435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30511" y="2527270"/>
              <a:ext cx="7257488" cy="57051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030511" y="2527288"/>
              <a:ext cx="7258050" cy="5705475"/>
            </a:xfrm>
            <a:custGeom>
              <a:avLst/>
              <a:gdLst/>
              <a:ahLst/>
              <a:cxnLst/>
              <a:rect l="l" t="t" r="r" b="b"/>
              <a:pathLst>
                <a:path w="7258050" h="5705475">
                  <a:moveTo>
                    <a:pt x="7257487" y="5705139"/>
                  </a:moveTo>
                  <a:lnTo>
                    <a:pt x="0" y="5705139"/>
                  </a:lnTo>
                  <a:lnTo>
                    <a:pt x="0" y="0"/>
                  </a:lnTo>
                  <a:lnTo>
                    <a:pt x="7257487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807" y="314380"/>
            <a:ext cx="1571624" cy="107814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347447" y="9626432"/>
            <a:ext cx="638175" cy="638175"/>
            <a:chOff x="6347447" y="9626432"/>
            <a:chExt cx="638175" cy="638175"/>
          </a:xfrm>
        </p:grpSpPr>
        <p:sp>
          <p:nvSpPr>
            <p:cNvPr id="8" name="object 8"/>
            <p:cNvSpPr/>
            <p:nvPr/>
          </p:nvSpPr>
          <p:spPr>
            <a:xfrm>
              <a:off x="6347447" y="9626432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87" y="638174"/>
                  </a:moveTo>
                  <a:lnTo>
                    <a:pt x="280025" y="635775"/>
                  </a:lnTo>
                  <a:lnTo>
                    <a:pt x="241555" y="628612"/>
                  </a:lnTo>
                  <a:lnTo>
                    <a:pt x="204251" y="616794"/>
                  </a:lnTo>
                  <a:lnTo>
                    <a:pt x="168670" y="600497"/>
                  </a:lnTo>
                  <a:lnTo>
                    <a:pt x="135352" y="579967"/>
                  </a:lnTo>
                  <a:lnTo>
                    <a:pt x="104801" y="555515"/>
                  </a:lnTo>
                  <a:lnTo>
                    <a:pt x="77473" y="527508"/>
                  </a:lnTo>
                  <a:lnTo>
                    <a:pt x="53775" y="496362"/>
                  </a:lnTo>
                  <a:lnTo>
                    <a:pt x="34069" y="462550"/>
                  </a:lnTo>
                  <a:lnTo>
                    <a:pt x="18652" y="426584"/>
                  </a:lnTo>
                  <a:lnTo>
                    <a:pt x="7753" y="389002"/>
                  </a:lnTo>
                  <a:lnTo>
                    <a:pt x="1536" y="350363"/>
                  </a:lnTo>
                  <a:lnTo>
                    <a:pt x="0" y="319087"/>
                  </a:lnTo>
                  <a:lnTo>
                    <a:pt x="96" y="311254"/>
                  </a:lnTo>
                  <a:lnTo>
                    <a:pt x="3453" y="272267"/>
                  </a:lnTo>
                  <a:lnTo>
                    <a:pt x="11557" y="233985"/>
                  </a:lnTo>
                  <a:lnTo>
                    <a:pt x="24289" y="196977"/>
                  </a:lnTo>
                  <a:lnTo>
                    <a:pt x="41454" y="161807"/>
                  </a:lnTo>
                  <a:lnTo>
                    <a:pt x="62793" y="129007"/>
                  </a:lnTo>
                  <a:lnTo>
                    <a:pt x="87987" y="99065"/>
                  </a:lnTo>
                  <a:lnTo>
                    <a:pt x="116660" y="72429"/>
                  </a:lnTo>
                  <a:lnTo>
                    <a:pt x="148378" y="49503"/>
                  </a:lnTo>
                  <a:lnTo>
                    <a:pt x="182659" y="30635"/>
                  </a:lnTo>
                  <a:lnTo>
                    <a:pt x="218993" y="16105"/>
                  </a:lnTo>
                  <a:lnTo>
                    <a:pt x="256836" y="6131"/>
                  </a:lnTo>
                  <a:lnTo>
                    <a:pt x="295616" y="864"/>
                  </a:lnTo>
                  <a:lnTo>
                    <a:pt x="319087" y="0"/>
                  </a:lnTo>
                  <a:lnTo>
                    <a:pt x="326920" y="96"/>
                  </a:lnTo>
                  <a:lnTo>
                    <a:pt x="365907" y="3453"/>
                  </a:lnTo>
                  <a:lnTo>
                    <a:pt x="404189" y="11557"/>
                  </a:lnTo>
                  <a:lnTo>
                    <a:pt x="441196" y="24289"/>
                  </a:lnTo>
                  <a:lnTo>
                    <a:pt x="476367" y="41454"/>
                  </a:lnTo>
                  <a:lnTo>
                    <a:pt x="509167" y="62793"/>
                  </a:lnTo>
                  <a:lnTo>
                    <a:pt x="539109" y="87987"/>
                  </a:lnTo>
                  <a:lnTo>
                    <a:pt x="565745" y="116660"/>
                  </a:lnTo>
                  <a:lnTo>
                    <a:pt x="588671" y="148378"/>
                  </a:lnTo>
                  <a:lnTo>
                    <a:pt x="607539" y="182659"/>
                  </a:lnTo>
                  <a:lnTo>
                    <a:pt x="622069" y="218993"/>
                  </a:lnTo>
                  <a:lnTo>
                    <a:pt x="632043" y="256836"/>
                  </a:lnTo>
                  <a:lnTo>
                    <a:pt x="637310" y="295616"/>
                  </a:lnTo>
                  <a:lnTo>
                    <a:pt x="638174" y="319087"/>
                  </a:lnTo>
                  <a:lnTo>
                    <a:pt x="638078" y="326920"/>
                  </a:lnTo>
                  <a:lnTo>
                    <a:pt x="634721" y="365907"/>
                  </a:lnTo>
                  <a:lnTo>
                    <a:pt x="626617" y="404189"/>
                  </a:lnTo>
                  <a:lnTo>
                    <a:pt x="613885" y="441196"/>
                  </a:lnTo>
                  <a:lnTo>
                    <a:pt x="596720" y="476367"/>
                  </a:lnTo>
                  <a:lnTo>
                    <a:pt x="575381" y="509167"/>
                  </a:lnTo>
                  <a:lnTo>
                    <a:pt x="550187" y="539109"/>
                  </a:lnTo>
                  <a:lnTo>
                    <a:pt x="521514" y="565745"/>
                  </a:lnTo>
                  <a:lnTo>
                    <a:pt x="489796" y="588671"/>
                  </a:lnTo>
                  <a:lnTo>
                    <a:pt x="455515" y="607539"/>
                  </a:lnTo>
                  <a:lnTo>
                    <a:pt x="419181" y="622069"/>
                  </a:lnTo>
                  <a:lnTo>
                    <a:pt x="381338" y="632043"/>
                  </a:lnTo>
                  <a:lnTo>
                    <a:pt x="342558" y="637310"/>
                  </a:lnTo>
                  <a:lnTo>
                    <a:pt x="319087" y="638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66160" y="9825813"/>
              <a:ext cx="399415" cy="240029"/>
            </a:xfrm>
            <a:custGeom>
              <a:avLst/>
              <a:gdLst/>
              <a:ahLst/>
              <a:cxnLst/>
              <a:rect l="l" t="t" r="r" b="b"/>
              <a:pathLst>
                <a:path w="399415" h="240029">
                  <a:moveTo>
                    <a:pt x="199546" y="108022"/>
                  </a:moveTo>
                  <a:lnTo>
                    <a:pt x="9218" y="3402"/>
                  </a:lnTo>
                  <a:lnTo>
                    <a:pt x="12464" y="1254"/>
                  </a:lnTo>
                  <a:lnTo>
                    <a:pt x="16353" y="0"/>
                  </a:lnTo>
                  <a:lnTo>
                    <a:pt x="383012" y="0"/>
                  </a:lnTo>
                  <a:lnTo>
                    <a:pt x="387333" y="1576"/>
                  </a:lnTo>
                  <a:lnTo>
                    <a:pt x="390791" y="4223"/>
                  </a:lnTo>
                  <a:lnTo>
                    <a:pt x="199546" y="108022"/>
                  </a:lnTo>
                  <a:close/>
                </a:path>
                <a:path w="399415" h="240029">
                  <a:moveTo>
                    <a:pt x="679" y="224123"/>
                  </a:moveTo>
                  <a:lnTo>
                    <a:pt x="231" y="222404"/>
                  </a:lnTo>
                  <a:lnTo>
                    <a:pt x="0" y="220689"/>
                  </a:lnTo>
                  <a:lnTo>
                    <a:pt x="0" y="21645"/>
                  </a:lnTo>
                  <a:lnTo>
                    <a:pt x="118192" y="85960"/>
                  </a:lnTo>
                  <a:lnTo>
                    <a:pt x="679" y="224123"/>
                  </a:lnTo>
                  <a:close/>
                </a:path>
                <a:path w="399415" h="240029">
                  <a:moveTo>
                    <a:pt x="396399" y="228627"/>
                  </a:moveTo>
                  <a:lnTo>
                    <a:pt x="280874" y="85960"/>
                  </a:lnTo>
                  <a:lnTo>
                    <a:pt x="398859" y="23053"/>
                  </a:lnTo>
                  <a:lnTo>
                    <a:pt x="398859" y="222404"/>
                  </a:lnTo>
                  <a:lnTo>
                    <a:pt x="397968" y="225725"/>
                  </a:lnTo>
                  <a:lnTo>
                    <a:pt x="396399" y="228627"/>
                  </a:lnTo>
                  <a:close/>
                </a:path>
                <a:path w="399415" h="240029">
                  <a:moveTo>
                    <a:pt x="378716" y="239402"/>
                  </a:moveTo>
                  <a:lnTo>
                    <a:pt x="18628" y="239402"/>
                  </a:lnTo>
                  <a:lnTo>
                    <a:pt x="16923" y="239167"/>
                  </a:lnTo>
                  <a:lnTo>
                    <a:pt x="15229" y="238716"/>
                  </a:lnTo>
                  <a:lnTo>
                    <a:pt x="136616" y="96276"/>
                  </a:lnTo>
                  <a:lnTo>
                    <a:pt x="196085" y="129623"/>
                  </a:lnTo>
                  <a:lnTo>
                    <a:pt x="197816" y="130060"/>
                  </a:lnTo>
                  <a:lnTo>
                    <a:pt x="289915" y="130060"/>
                  </a:lnTo>
                  <a:lnTo>
                    <a:pt x="378716" y="239402"/>
                  </a:lnTo>
                  <a:close/>
                </a:path>
                <a:path w="399415" h="240029">
                  <a:moveTo>
                    <a:pt x="289915" y="130060"/>
                  </a:moveTo>
                  <a:lnTo>
                    <a:pt x="201278" y="130060"/>
                  </a:lnTo>
                  <a:lnTo>
                    <a:pt x="203009" y="129623"/>
                  </a:lnTo>
                  <a:lnTo>
                    <a:pt x="262477" y="96276"/>
                  </a:lnTo>
                  <a:lnTo>
                    <a:pt x="289915" y="130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57200" y="1714035"/>
            <a:ext cx="9775019" cy="519693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4000" b="1" spc="-39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4000" b="1" spc="-6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b="1" spc="-34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Real-</a:t>
            </a:r>
            <a:r>
              <a:rPr sz="4000" b="1" spc="-26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World</a:t>
            </a:r>
            <a:r>
              <a:rPr sz="4000" b="1" spc="-6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b="1" spc="-34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Situation:</a:t>
            </a:r>
            <a:br>
              <a:rPr lang="en-US" sz="4000" u="heavy" spc="-34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spc="-34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In Rajasthan, farmers rely on rainfall and depend on TV or word-of-mouth for weather </a:t>
            </a:r>
            <a:r>
              <a:rPr lang="en-US" sz="3600" spc="-340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updates.These</a:t>
            </a:r>
            <a:r>
              <a:rPr lang="en-US" sz="3600" spc="-34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sources provide only general information, not specific to individual villages.</a:t>
            </a:r>
            <a:br>
              <a:rPr lang="en-US" sz="4000" u="heavy" spc="-34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spc="-34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Current Failure: </a:t>
            </a:r>
            <a:br>
              <a:rPr lang="en-US" sz="4000" u="heavy" spc="-34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spc="-34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Weather information is often delayed and not accurate for local </a:t>
            </a:r>
            <a:r>
              <a:rPr lang="en-US" sz="3600" spc="-340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conditions.There</a:t>
            </a:r>
            <a:r>
              <a:rPr lang="en-US" sz="3600" spc="-34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is no system for timely alerts on extreme weather like droughts or heavy </a:t>
            </a:r>
            <a:r>
              <a:rPr lang="en-US" sz="3600" spc="-340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rainfall.This</a:t>
            </a:r>
            <a:r>
              <a:rPr lang="en-US" sz="3600" spc="-34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leads to wrong farming decisions, crop damage, and financial losses.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43125" y="9657009"/>
            <a:ext cx="4201795" cy="5321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900" spc="-114" dirty="0">
                <a:solidFill>
                  <a:srgbClr val="FFFFFF"/>
                </a:solidFill>
                <a:latin typeface="Arial Black"/>
                <a:cs typeface="Arial Black"/>
                <a:hlinkClick r:id="rId5"/>
              </a:rPr>
              <a:t>codingclub@sru.edu.in</a:t>
            </a:r>
            <a:endParaRPr sz="29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6855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Problem</a:t>
            </a:r>
            <a:r>
              <a:rPr spc="-465" dirty="0"/>
              <a:t> </a:t>
            </a:r>
            <a:r>
              <a:rPr spc="-375" dirty="0"/>
              <a:t>Scenario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42900" y="2294944"/>
            <a:ext cx="16990060" cy="49857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16100"/>
              </a:lnSpc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lang="en-US" sz="3500" spc="-75" dirty="0">
                <a:latin typeface="Verdana"/>
                <a:cs typeface="Verdana"/>
              </a:rPr>
              <a:t>No Location-Specific System: Farmers receive general weather updates, not tailored to their village, leading to inaccurate decisions.</a:t>
            </a:r>
          </a:p>
          <a:p>
            <a:pPr marL="469900" marR="5080" indent="-457200">
              <a:lnSpc>
                <a:spcPct val="116100"/>
              </a:lnSpc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lang="en-US" sz="3500" spc="-75" dirty="0">
                <a:latin typeface="Verdana"/>
                <a:cs typeface="Verdana"/>
              </a:rPr>
              <a:t>Delayed &amp; Unstructured Communication: Information comes via TV or word-of-mouth, causing delays and misinformation.</a:t>
            </a:r>
          </a:p>
          <a:p>
            <a:pPr marL="469900" marR="5080" indent="-457200">
              <a:lnSpc>
                <a:spcPct val="116100"/>
              </a:lnSpc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lang="en-US" sz="3500" spc="-75" dirty="0">
                <a:latin typeface="Verdana"/>
                <a:cs typeface="Verdana"/>
              </a:rPr>
              <a:t>No Early Warning Mechanism: Sudden droughts or heavy rainfall are not predicted or alerted in time.</a:t>
            </a:r>
          </a:p>
          <a:p>
            <a:pPr marL="469900" marR="5080" indent="-457200">
              <a:lnSpc>
                <a:spcPct val="116100"/>
              </a:lnSpc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lang="en-US" sz="3500" spc="-75" dirty="0">
                <a:latin typeface="Verdana"/>
                <a:cs typeface="Verdana"/>
              </a:rPr>
              <a:t>Lack of Data &amp; Decision Support: No historical records or advisory system to guide crop planning and seasonal decisions.</a:t>
            </a:r>
            <a:endParaRPr sz="3500" dirty="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1740" y="182681"/>
            <a:ext cx="1514474" cy="151447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05336" y="660463"/>
            <a:ext cx="1082738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Current</a:t>
            </a:r>
            <a:r>
              <a:rPr spc="-475" dirty="0"/>
              <a:t> </a:t>
            </a:r>
            <a:r>
              <a:rPr spc="-360" dirty="0"/>
              <a:t>Pain</a:t>
            </a:r>
            <a:r>
              <a:rPr spc="-475" dirty="0"/>
              <a:t> </a:t>
            </a:r>
            <a:r>
              <a:rPr spc="-320" dirty="0"/>
              <a:t>Points</a:t>
            </a:r>
            <a:r>
              <a:rPr spc="-470" dirty="0"/>
              <a:t> </a:t>
            </a:r>
            <a:r>
              <a:rPr spc="-245" dirty="0"/>
              <a:t>(Why</a:t>
            </a:r>
            <a:r>
              <a:rPr spc="-475" dirty="0"/>
              <a:t> </a:t>
            </a:r>
            <a:r>
              <a:rPr spc="-185" dirty="0"/>
              <a:t>it</a:t>
            </a:r>
            <a:r>
              <a:rPr spc="-470" dirty="0"/>
              <a:t> </a:t>
            </a:r>
            <a:r>
              <a:rPr spc="-445" dirty="0"/>
              <a:t>Breaks)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807" y="314380"/>
            <a:ext cx="1571624" cy="107814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347447" y="9626432"/>
            <a:ext cx="638175" cy="638175"/>
            <a:chOff x="6347447" y="9626432"/>
            <a:chExt cx="638175" cy="638175"/>
          </a:xfrm>
        </p:grpSpPr>
        <p:sp>
          <p:nvSpPr>
            <p:cNvPr id="11" name="object 11"/>
            <p:cNvSpPr/>
            <p:nvPr/>
          </p:nvSpPr>
          <p:spPr>
            <a:xfrm>
              <a:off x="6347447" y="9626432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87" y="638174"/>
                  </a:moveTo>
                  <a:lnTo>
                    <a:pt x="280025" y="635775"/>
                  </a:lnTo>
                  <a:lnTo>
                    <a:pt x="241555" y="628612"/>
                  </a:lnTo>
                  <a:lnTo>
                    <a:pt x="204251" y="616794"/>
                  </a:lnTo>
                  <a:lnTo>
                    <a:pt x="168670" y="600497"/>
                  </a:lnTo>
                  <a:lnTo>
                    <a:pt x="135352" y="579967"/>
                  </a:lnTo>
                  <a:lnTo>
                    <a:pt x="104801" y="555515"/>
                  </a:lnTo>
                  <a:lnTo>
                    <a:pt x="77473" y="527508"/>
                  </a:lnTo>
                  <a:lnTo>
                    <a:pt x="53775" y="496362"/>
                  </a:lnTo>
                  <a:lnTo>
                    <a:pt x="34069" y="462550"/>
                  </a:lnTo>
                  <a:lnTo>
                    <a:pt x="18652" y="426584"/>
                  </a:lnTo>
                  <a:lnTo>
                    <a:pt x="7753" y="389002"/>
                  </a:lnTo>
                  <a:lnTo>
                    <a:pt x="1536" y="350363"/>
                  </a:lnTo>
                  <a:lnTo>
                    <a:pt x="0" y="319087"/>
                  </a:lnTo>
                  <a:lnTo>
                    <a:pt x="96" y="311254"/>
                  </a:lnTo>
                  <a:lnTo>
                    <a:pt x="3453" y="272267"/>
                  </a:lnTo>
                  <a:lnTo>
                    <a:pt x="11557" y="233985"/>
                  </a:lnTo>
                  <a:lnTo>
                    <a:pt x="24289" y="196977"/>
                  </a:lnTo>
                  <a:lnTo>
                    <a:pt x="41454" y="161807"/>
                  </a:lnTo>
                  <a:lnTo>
                    <a:pt x="62793" y="129007"/>
                  </a:lnTo>
                  <a:lnTo>
                    <a:pt x="87987" y="99065"/>
                  </a:lnTo>
                  <a:lnTo>
                    <a:pt x="116660" y="72429"/>
                  </a:lnTo>
                  <a:lnTo>
                    <a:pt x="148378" y="49503"/>
                  </a:lnTo>
                  <a:lnTo>
                    <a:pt x="182659" y="30635"/>
                  </a:lnTo>
                  <a:lnTo>
                    <a:pt x="218993" y="16105"/>
                  </a:lnTo>
                  <a:lnTo>
                    <a:pt x="256836" y="6131"/>
                  </a:lnTo>
                  <a:lnTo>
                    <a:pt x="295616" y="864"/>
                  </a:lnTo>
                  <a:lnTo>
                    <a:pt x="319087" y="0"/>
                  </a:lnTo>
                  <a:lnTo>
                    <a:pt x="326920" y="96"/>
                  </a:lnTo>
                  <a:lnTo>
                    <a:pt x="365907" y="3453"/>
                  </a:lnTo>
                  <a:lnTo>
                    <a:pt x="404189" y="11557"/>
                  </a:lnTo>
                  <a:lnTo>
                    <a:pt x="441196" y="24289"/>
                  </a:lnTo>
                  <a:lnTo>
                    <a:pt x="476367" y="41454"/>
                  </a:lnTo>
                  <a:lnTo>
                    <a:pt x="509167" y="62793"/>
                  </a:lnTo>
                  <a:lnTo>
                    <a:pt x="539109" y="87987"/>
                  </a:lnTo>
                  <a:lnTo>
                    <a:pt x="565745" y="116660"/>
                  </a:lnTo>
                  <a:lnTo>
                    <a:pt x="588671" y="148378"/>
                  </a:lnTo>
                  <a:lnTo>
                    <a:pt x="607539" y="182659"/>
                  </a:lnTo>
                  <a:lnTo>
                    <a:pt x="622069" y="218993"/>
                  </a:lnTo>
                  <a:lnTo>
                    <a:pt x="632043" y="256836"/>
                  </a:lnTo>
                  <a:lnTo>
                    <a:pt x="637310" y="295616"/>
                  </a:lnTo>
                  <a:lnTo>
                    <a:pt x="638174" y="319087"/>
                  </a:lnTo>
                  <a:lnTo>
                    <a:pt x="638078" y="326920"/>
                  </a:lnTo>
                  <a:lnTo>
                    <a:pt x="634721" y="365907"/>
                  </a:lnTo>
                  <a:lnTo>
                    <a:pt x="626617" y="404189"/>
                  </a:lnTo>
                  <a:lnTo>
                    <a:pt x="613885" y="441196"/>
                  </a:lnTo>
                  <a:lnTo>
                    <a:pt x="596720" y="476367"/>
                  </a:lnTo>
                  <a:lnTo>
                    <a:pt x="575381" y="509167"/>
                  </a:lnTo>
                  <a:lnTo>
                    <a:pt x="550187" y="539109"/>
                  </a:lnTo>
                  <a:lnTo>
                    <a:pt x="521514" y="565745"/>
                  </a:lnTo>
                  <a:lnTo>
                    <a:pt x="489796" y="588671"/>
                  </a:lnTo>
                  <a:lnTo>
                    <a:pt x="455515" y="607539"/>
                  </a:lnTo>
                  <a:lnTo>
                    <a:pt x="419181" y="622069"/>
                  </a:lnTo>
                  <a:lnTo>
                    <a:pt x="381338" y="632043"/>
                  </a:lnTo>
                  <a:lnTo>
                    <a:pt x="342558" y="637310"/>
                  </a:lnTo>
                  <a:lnTo>
                    <a:pt x="319087" y="638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66160" y="9825813"/>
              <a:ext cx="399415" cy="240029"/>
            </a:xfrm>
            <a:custGeom>
              <a:avLst/>
              <a:gdLst/>
              <a:ahLst/>
              <a:cxnLst/>
              <a:rect l="l" t="t" r="r" b="b"/>
              <a:pathLst>
                <a:path w="399415" h="240029">
                  <a:moveTo>
                    <a:pt x="199546" y="108022"/>
                  </a:moveTo>
                  <a:lnTo>
                    <a:pt x="9218" y="3402"/>
                  </a:lnTo>
                  <a:lnTo>
                    <a:pt x="12464" y="1254"/>
                  </a:lnTo>
                  <a:lnTo>
                    <a:pt x="16353" y="0"/>
                  </a:lnTo>
                  <a:lnTo>
                    <a:pt x="383012" y="0"/>
                  </a:lnTo>
                  <a:lnTo>
                    <a:pt x="387333" y="1576"/>
                  </a:lnTo>
                  <a:lnTo>
                    <a:pt x="390791" y="4223"/>
                  </a:lnTo>
                  <a:lnTo>
                    <a:pt x="199546" y="108022"/>
                  </a:lnTo>
                  <a:close/>
                </a:path>
                <a:path w="399415" h="240029">
                  <a:moveTo>
                    <a:pt x="679" y="224123"/>
                  </a:moveTo>
                  <a:lnTo>
                    <a:pt x="231" y="222404"/>
                  </a:lnTo>
                  <a:lnTo>
                    <a:pt x="0" y="220689"/>
                  </a:lnTo>
                  <a:lnTo>
                    <a:pt x="0" y="21645"/>
                  </a:lnTo>
                  <a:lnTo>
                    <a:pt x="118192" y="85960"/>
                  </a:lnTo>
                  <a:lnTo>
                    <a:pt x="679" y="224123"/>
                  </a:lnTo>
                  <a:close/>
                </a:path>
                <a:path w="399415" h="240029">
                  <a:moveTo>
                    <a:pt x="396399" y="228627"/>
                  </a:moveTo>
                  <a:lnTo>
                    <a:pt x="280874" y="85960"/>
                  </a:lnTo>
                  <a:lnTo>
                    <a:pt x="398859" y="23053"/>
                  </a:lnTo>
                  <a:lnTo>
                    <a:pt x="398859" y="222404"/>
                  </a:lnTo>
                  <a:lnTo>
                    <a:pt x="397968" y="225725"/>
                  </a:lnTo>
                  <a:lnTo>
                    <a:pt x="396399" y="228627"/>
                  </a:lnTo>
                  <a:close/>
                </a:path>
                <a:path w="399415" h="240029">
                  <a:moveTo>
                    <a:pt x="378716" y="239402"/>
                  </a:moveTo>
                  <a:lnTo>
                    <a:pt x="18628" y="239402"/>
                  </a:lnTo>
                  <a:lnTo>
                    <a:pt x="16923" y="239167"/>
                  </a:lnTo>
                  <a:lnTo>
                    <a:pt x="15229" y="238716"/>
                  </a:lnTo>
                  <a:lnTo>
                    <a:pt x="136616" y="96276"/>
                  </a:lnTo>
                  <a:lnTo>
                    <a:pt x="196085" y="129623"/>
                  </a:lnTo>
                  <a:lnTo>
                    <a:pt x="197816" y="130060"/>
                  </a:lnTo>
                  <a:lnTo>
                    <a:pt x="289915" y="130060"/>
                  </a:lnTo>
                  <a:lnTo>
                    <a:pt x="378716" y="239402"/>
                  </a:lnTo>
                  <a:close/>
                </a:path>
                <a:path w="399415" h="240029">
                  <a:moveTo>
                    <a:pt x="289915" y="130060"/>
                  </a:moveTo>
                  <a:lnTo>
                    <a:pt x="201278" y="130060"/>
                  </a:lnTo>
                  <a:lnTo>
                    <a:pt x="203009" y="129623"/>
                  </a:lnTo>
                  <a:lnTo>
                    <a:pt x="262477" y="96276"/>
                  </a:lnTo>
                  <a:lnTo>
                    <a:pt x="289915" y="130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043125" y="9657009"/>
            <a:ext cx="4201795" cy="5321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900" spc="-114" dirty="0">
                <a:solidFill>
                  <a:srgbClr val="FFFFFF"/>
                </a:solidFill>
                <a:latin typeface="Arial Black"/>
                <a:cs typeface="Arial Black"/>
                <a:hlinkClick r:id="rId4"/>
              </a:rPr>
              <a:t>codingclub@sru.edu.in</a:t>
            </a:r>
            <a:endParaRPr sz="2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568238"/>
            <a:ext cx="18288000" cy="718820"/>
            <a:chOff x="0" y="9568238"/>
            <a:chExt cx="18288000" cy="718820"/>
          </a:xfrm>
        </p:grpSpPr>
        <p:sp>
          <p:nvSpPr>
            <p:cNvPr id="3" name="object 3"/>
            <p:cNvSpPr/>
            <p:nvPr/>
          </p:nvSpPr>
          <p:spPr>
            <a:xfrm>
              <a:off x="6347447" y="9626432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87" y="638174"/>
                  </a:moveTo>
                  <a:lnTo>
                    <a:pt x="280025" y="635775"/>
                  </a:lnTo>
                  <a:lnTo>
                    <a:pt x="241555" y="628612"/>
                  </a:lnTo>
                  <a:lnTo>
                    <a:pt x="204251" y="616794"/>
                  </a:lnTo>
                  <a:lnTo>
                    <a:pt x="168670" y="600497"/>
                  </a:lnTo>
                  <a:lnTo>
                    <a:pt x="135352" y="579967"/>
                  </a:lnTo>
                  <a:lnTo>
                    <a:pt x="104801" y="555515"/>
                  </a:lnTo>
                  <a:lnTo>
                    <a:pt x="77473" y="527508"/>
                  </a:lnTo>
                  <a:lnTo>
                    <a:pt x="53775" y="496362"/>
                  </a:lnTo>
                  <a:lnTo>
                    <a:pt x="34069" y="462550"/>
                  </a:lnTo>
                  <a:lnTo>
                    <a:pt x="18652" y="426584"/>
                  </a:lnTo>
                  <a:lnTo>
                    <a:pt x="7753" y="389002"/>
                  </a:lnTo>
                  <a:lnTo>
                    <a:pt x="1536" y="350363"/>
                  </a:lnTo>
                  <a:lnTo>
                    <a:pt x="0" y="319087"/>
                  </a:lnTo>
                  <a:lnTo>
                    <a:pt x="96" y="311254"/>
                  </a:lnTo>
                  <a:lnTo>
                    <a:pt x="3453" y="272267"/>
                  </a:lnTo>
                  <a:lnTo>
                    <a:pt x="11557" y="233985"/>
                  </a:lnTo>
                  <a:lnTo>
                    <a:pt x="24289" y="196977"/>
                  </a:lnTo>
                  <a:lnTo>
                    <a:pt x="41454" y="161807"/>
                  </a:lnTo>
                  <a:lnTo>
                    <a:pt x="62793" y="129007"/>
                  </a:lnTo>
                  <a:lnTo>
                    <a:pt x="87987" y="99065"/>
                  </a:lnTo>
                  <a:lnTo>
                    <a:pt x="116660" y="72429"/>
                  </a:lnTo>
                  <a:lnTo>
                    <a:pt x="148378" y="49503"/>
                  </a:lnTo>
                  <a:lnTo>
                    <a:pt x="182659" y="30635"/>
                  </a:lnTo>
                  <a:lnTo>
                    <a:pt x="218993" y="16105"/>
                  </a:lnTo>
                  <a:lnTo>
                    <a:pt x="256836" y="6131"/>
                  </a:lnTo>
                  <a:lnTo>
                    <a:pt x="295616" y="864"/>
                  </a:lnTo>
                  <a:lnTo>
                    <a:pt x="319087" y="0"/>
                  </a:lnTo>
                  <a:lnTo>
                    <a:pt x="326920" y="96"/>
                  </a:lnTo>
                  <a:lnTo>
                    <a:pt x="365907" y="3453"/>
                  </a:lnTo>
                  <a:lnTo>
                    <a:pt x="404189" y="11557"/>
                  </a:lnTo>
                  <a:lnTo>
                    <a:pt x="441196" y="24289"/>
                  </a:lnTo>
                  <a:lnTo>
                    <a:pt x="476367" y="41454"/>
                  </a:lnTo>
                  <a:lnTo>
                    <a:pt x="509167" y="62793"/>
                  </a:lnTo>
                  <a:lnTo>
                    <a:pt x="539109" y="87987"/>
                  </a:lnTo>
                  <a:lnTo>
                    <a:pt x="565745" y="116660"/>
                  </a:lnTo>
                  <a:lnTo>
                    <a:pt x="588671" y="148378"/>
                  </a:lnTo>
                  <a:lnTo>
                    <a:pt x="607539" y="182659"/>
                  </a:lnTo>
                  <a:lnTo>
                    <a:pt x="622069" y="218993"/>
                  </a:lnTo>
                  <a:lnTo>
                    <a:pt x="632043" y="256836"/>
                  </a:lnTo>
                  <a:lnTo>
                    <a:pt x="637310" y="295616"/>
                  </a:lnTo>
                  <a:lnTo>
                    <a:pt x="638174" y="319087"/>
                  </a:lnTo>
                  <a:lnTo>
                    <a:pt x="638078" y="326920"/>
                  </a:lnTo>
                  <a:lnTo>
                    <a:pt x="634721" y="365907"/>
                  </a:lnTo>
                  <a:lnTo>
                    <a:pt x="626617" y="404189"/>
                  </a:lnTo>
                  <a:lnTo>
                    <a:pt x="613885" y="441196"/>
                  </a:lnTo>
                  <a:lnTo>
                    <a:pt x="596720" y="476367"/>
                  </a:lnTo>
                  <a:lnTo>
                    <a:pt x="575381" y="509167"/>
                  </a:lnTo>
                  <a:lnTo>
                    <a:pt x="550187" y="539109"/>
                  </a:lnTo>
                  <a:lnTo>
                    <a:pt x="521514" y="565745"/>
                  </a:lnTo>
                  <a:lnTo>
                    <a:pt x="489796" y="588671"/>
                  </a:lnTo>
                  <a:lnTo>
                    <a:pt x="455515" y="607539"/>
                  </a:lnTo>
                  <a:lnTo>
                    <a:pt x="419181" y="622069"/>
                  </a:lnTo>
                  <a:lnTo>
                    <a:pt x="381338" y="632043"/>
                  </a:lnTo>
                  <a:lnTo>
                    <a:pt x="342558" y="637310"/>
                  </a:lnTo>
                  <a:lnTo>
                    <a:pt x="319087" y="638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66160" y="9825814"/>
              <a:ext cx="399415" cy="240029"/>
            </a:xfrm>
            <a:custGeom>
              <a:avLst/>
              <a:gdLst/>
              <a:ahLst/>
              <a:cxnLst/>
              <a:rect l="l" t="t" r="r" b="b"/>
              <a:pathLst>
                <a:path w="399415" h="240029">
                  <a:moveTo>
                    <a:pt x="199546" y="108022"/>
                  </a:moveTo>
                  <a:lnTo>
                    <a:pt x="9218" y="3402"/>
                  </a:lnTo>
                  <a:lnTo>
                    <a:pt x="12464" y="1254"/>
                  </a:lnTo>
                  <a:lnTo>
                    <a:pt x="16353" y="0"/>
                  </a:lnTo>
                  <a:lnTo>
                    <a:pt x="383012" y="0"/>
                  </a:lnTo>
                  <a:lnTo>
                    <a:pt x="387333" y="1576"/>
                  </a:lnTo>
                  <a:lnTo>
                    <a:pt x="390791" y="4223"/>
                  </a:lnTo>
                  <a:lnTo>
                    <a:pt x="199546" y="108022"/>
                  </a:lnTo>
                  <a:close/>
                </a:path>
                <a:path w="399415" h="240029">
                  <a:moveTo>
                    <a:pt x="679" y="224123"/>
                  </a:moveTo>
                  <a:lnTo>
                    <a:pt x="231" y="222404"/>
                  </a:lnTo>
                  <a:lnTo>
                    <a:pt x="0" y="220689"/>
                  </a:lnTo>
                  <a:lnTo>
                    <a:pt x="0" y="21645"/>
                  </a:lnTo>
                  <a:lnTo>
                    <a:pt x="118192" y="85960"/>
                  </a:lnTo>
                  <a:lnTo>
                    <a:pt x="679" y="224123"/>
                  </a:lnTo>
                  <a:close/>
                </a:path>
                <a:path w="399415" h="240029">
                  <a:moveTo>
                    <a:pt x="396399" y="228627"/>
                  </a:moveTo>
                  <a:lnTo>
                    <a:pt x="280874" y="85960"/>
                  </a:lnTo>
                  <a:lnTo>
                    <a:pt x="398859" y="23053"/>
                  </a:lnTo>
                  <a:lnTo>
                    <a:pt x="398859" y="222404"/>
                  </a:lnTo>
                  <a:lnTo>
                    <a:pt x="397968" y="225725"/>
                  </a:lnTo>
                  <a:lnTo>
                    <a:pt x="396399" y="228627"/>
                  </a:lnTo>
                  <a:close/>
                </a:path>
                <a:path w="399415" h="240029">
                  <a:moveTo>
                    <a:pt x="378716" y="239402"/>
                  </a:moveTo>
                  <a:lnTo>
                    <a:pt x="18628" y="239402"/>
                  </a:lnTo>
                  <a:lnTo>
                    <a:pt x="16923" y="239167"/>
                  </a:lnTo>
                  <a:lnTo>
                    <a:pt x="15229" y="238716"/>
                  </a:lnTo>
                  <a:lnTo>
                    <a:pt x="136616" y="96276"/>
                  </a:lnTo>
                  <a:lnTo>
                    <a:pt x="196085" y="129623"/>
                  </a:lnTo>
                  <a:lnTo>
                    <a:pt x="197816" y="130060"/>
                  </a:lnTo>
                  <a:lnTo>
                    <a:pt x="289915" y="130060"/>
                  </a:lnTo>
                  <a:lnTo>
                    <a:pt x="378716" y="239402"/>
                  </a:lnTo>
                  <a:close/>
                </a:path>
                <a:path w="399415" h="240029">
                  <a:moveTo>
                    <a:pt x="289915" y="130060"/>
                  </a:moveTo>
                  <a:lnTo>
                    <a:pt x="201278" y="130060"/>
                  </a:lnTo>
                  <a:lnTo>
                    <a:pt x="203009" y="129623"/>
                  </a:lnTo>
                  <a:lnTo>
                    <a:pt x="262477" y="96276"/>
                  </a:lnTo>
                  <a:lnTo>
                    <a:pt x="289915" y="130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1740" y="182681"/>
            <a:ext cx="1514474" cy="151447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5515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Objectives</a:t>
            </a:r>
            <a:r>
              <a:rPr spc="-484" dirty="0"/>
              <a:t> </a:t>
            </a:r>
            <a:r>
              <a:rPr spc="-1160" dirty="0"/>
              <a:t>&amp;</a:t>
            </a:r>
            <a:r>
              <a:rPr spc="-484" dirty="0"/>
              <a:t> </a:t>
            </a:r>
            <a:r>
              <a:rPr spc="-509" dirty="0"/>
              <a:t>Success</a:t>
            </a:r>
            <a:r>
              <a:rPr spc="-480" dirty="0"/>
              <a:t> </a:t>
            </a:r>
            <a:r>
              <a:rPr spc="-290" dirty="0"/>
              <a:t>Criteria</a:t>
            </a: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807" y="314380"/>
            <a:ext cx="1571624" cy="107814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043125" y="9657009"/>
            <a:ext cx="4201795" cy="5321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900" spc="-114" dirty="0">
                <a:solidFill>
                  <a:srgbClr val="FFFFFF"/>
                </a:solidFill>
                <a:latin typeface="Arial Black"/>
                <a:cs typeface="Arial Black"/>
                <a:hlinkClick r:id="rId4"/>
              </a:rPr>
              <a:t>codingclub@sru.edu.in</a:t>
            </a:r>
            <a:endParaRPr sz="2900">
              <a:latin typeface="Arial Black"/>
              <a:cs typeface="Arial Black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5D3FF2-E82E-DFA8-4EA7-9E22500A5CC9}"/>
              </a:ext>
            </a:extLst>
          </p:cNvPr>
          <p:cNvSpPr txBox="1"/>
          <p:nvPr/>
        </p:nvSpPr>
        <p:spPr>
          <a:xfrm>
            <a:off x="685800" y="1773346"/>
            <a:ext cx="1390293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Primary Objective: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To build a centralized Weather-Based Farming Advisory System that delivers timely, location-specific weather updates and crop recommendations to farmers in </a:t>
            </a:r>
            <a:r>
              <a:rPr lang="en-IN" sz="3600" dirty="0"/>
              <a:t>Rajasthan.</a:t>
            </a:r>
          </a:p>
          <a:p>
            <a:r>
              <a:rPr lang="en-IN" sz="3600" b="1" dirty="0"/>
              <a:t>Success Criteria:</a:t>
            </a:r>
          </a:p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Provide accurate, location-based weather data for each registered </a:t>
            </a:r>
            <a:r>
              <a:rPr lang="en-IN" sz="3600" dirty="0" err="1">
                <a:latin typeface="Arial" panose="020B0604020202020204" pitchFamily="34" charset="0"/>
                <a:cs typeface="Arial" panose="020B0604020202020204" pitchFamily="34" charset="0"/>
              </a:rPr>
              <a:t>farmerSend</a:t>
            </a: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 real-time alerts for extreme weather conditions.</a:t>
            </a:r>
          </a:p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Generate crop and seasonal recommendations based on </a:t>
            </a:r>
            <a:r>
              <a:rPr lang="en-IN" sz="3600" dirty="0" err="1">
                <a:latin typeface="Arial" panose="020B0604020202020204" pitchFamily="34" charset="0"/>
                <a:cs typeface="Arial" panose="020B0604020202020204" pitchFamily="34" charset="0"/>
              </a:rPr>
              <a:t>weatherMaintain</a:t>
            </a: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 weather history and reports for analysis.</a:t>
            </a:r>
          </a:p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Ensure easy access and usability for farmers and officers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1740" y="182681"/>
            <a:ext cx="1514474" cy="15144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5828" y="3819625"/>
            <a:ext cx="17679035" cy="2792431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86055">
              <a:lnSpc>
                <a:spcPct val="100000"/>
              </a:lnSpc>
              <a:spcBef>
                <a:spcPts val="775"/>
              </a:spcBef>
            </a:pP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Key Solution Strategies:</a:t>
            </a:r>
          </a:p>
          <a:p>
            <a:pPr marL="186055">
              <a:lnSpc>
                <a:spcPct val="100000"/>
              </a:lnSpc>
              <a:spcBef>
                <a:spcPts val="775"/>
              </a:spcBef>
            </a:pPr>
            <a:r>
              <a:rPr lang="en-US" sz="4000" dirty="0">
                <a:latin typeface="Verdana"/>
                <a:cs typeface="Verdana"/>
              </a:rPr>
              <a:t>Location-Based Updates – Village-specific weather data</a:t>
            </a:r>
          </a:p>
          <a:p>
            <a:pPr marL="186055">
              <a:lnSpc>
                <a:spcPct val="100000"/>
              </a:lnSpc>
              <a:spcBef>
                <a:spcPts val="775"/>
              </a:spcBef>
            </a:pPr>
            <a:r>
              <a:rPr lang="en-US" sz="4000" dirty="0">
                <a:latin typeface="Verdana"/>
                <a:cs typeface="Verdana"/>
              </a:rPr>
              <a:t>Smart Alerts – Automatic extreme weather notifications</a:t>
            </a:r>
          </a:p>
          <a:p>
            <a:pPr marL="186055">
              <a:lnSpc>
                <a:spcPct val="100000"/>
              </a:lnSpc>
              <a:spcBef>
                <a:spcPts val="775"/>
              </a:spcBef>
            </a:pPr>
            <a:r>
              <a:rPr lang="en-US" sz="4000" dirty="0">
                <a:latin typeface="Verdana"/>
                <a:cs typeface="Verdana"/>
              </a:rPr>
              <a:t>Role-Based Access – Separate views for farmers and officers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63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Proposed</a:t>
            </a:r>
            <a:r>
              <a:rPr spc="-450" dirty="0"/>
              <a:t> </a:t>
            </a:r>
            <a:r>
              <a:rPr spc="-254" dirty="0"/>
              <a:t>Solution</a:t>
            </a:r>
            <a:r>
              <a:rPr spc="-450" dirty="0"/>
              <a:t> </a:t>
            </a:r>
            <a:r>
              <a:rPr spc="-365" dirty="0"/>
              <a:t>Strategy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807" y="314380"/>
            <a:ext cx="1571624" cy="107814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347447" y="9626432"/>
            <a:ext cx="638175" cy="638175"/>
            <a:chOff x="6347447" y="9626432"/>
            <a:chExt cx="638175" cy="638175"/>
          </a:xfrm>
        </p:grpSpPr>
        <p:sp>
          <p:nvSpPr>
            <p:cNvPr id="8" name="object 8"/>
            <p:cNvSpPr/>
            <p:nvPr/>
          </p:nvSpPr>
          <p:spPr>
            <a:xfrm>
              <a:off x="6347447" y="9626432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87" y="638174"/>
                  </a:moveTo>
                  <a:lnTo>
                    <a:pt x="280025" y="635775"/>
                  </a:lnTo>
                  <a:lnTo>
                    <a:pt x="241555" y="628612"/>
                  </a:lnTo>
                  <a:lnTo>
                    <a:pt x="204251" y="616794"/>
                  </a:lnTo>
                  <a:lnTo>
                    <a:pt x="168670" y="600497"/>
                  </a:lnTo>
                  <a:lnTo>
                    <a:pt x="135352" y="579967"/>
                  </a:lnTo>
                  <a:lnTo>
                    <a:pt x="104801" y="555515"/>
                  </a:lnTo>
                  <a:lnTo>
                    <a:pt x="77473" y="527508"/>
                  </a:lnTo>
                  <a:lnTo>
                    <a:pt x="53775" y="496362"/>
                  </a:lnTo>
                  <a:lnTo>
                    <a:pt x="34069" y="462550"/>
                  </a:lnTo>
                  <a:lnTo>
                    <a:pt x="18652" y="426584"/>
                  </a:lnTo>
                  <a:lnTo>
                    <a:pt x="7753" y="389002"/>
                  </a:lnTo>
                  <a:lnTo>
                    <a:pt x="1536" y="350363"/>
                  </a:lnTo>
                  <a:lnTo>
                    <a:pt x="0" y="319087"/>
                  </a:lnTo>
                  <a:lnTo>
                    <a:pt x="96" y="311254"/>
                  </a:lnTo>
                  <a:lnTo>
                    <a:pt x="3453" y="272267"/>
                  </a:lnTo>
                  <a:lnTo>
                    <a:pt x="11557" y="233985"/>
                  </a:lnTo>
                  <a:lnTo>
                    <a:pt x="24289" y="196977"/>
                  </a:lnTo>
                  <a:lnTo>
                    <a:pt x="41454" y="161807"/>
                  </a:lnTo>
                  <a:lnTo>
                    <a:pt x="62793" y="129007"/>
                  </a:lnTo>
                  <a:lnTo>
                    <a:pt x="87987" y="99065"/>
                  </a:lnTo>
                  <a:lnTo>
                    <a:pt x="116660" y="72429"/>
                  </a:lnTo>
                  <a:lnTo>
                    <a:pt x="148378" y="49503"/>
                  </a:lnTo>
                  <a:lnTo>
                    <a:pt x="182659" y="30635"/>
                  </a:lnTo>
                  <a:lnTo>
                    <a:pt x="218993" y="16105"/>
                  </a:lnTo>
                  <a:lnTo>
                    <a:pt x="256836" y="6131"/>
                  </a:lnTo>
                  <a:lnTo>
                    <a:pt x="295616" y="864"/>
                  </a:lnTo>
                  <a:lnTo>
                    <a:pt x="319087" y="0"/>
                  </a:lnTo>
                  <a:lnTo>
                    <a:pt x="326920" y="96"/>
                  </a:lnTo>
                  <a:lnTo>
                    <a:pt x="365907" y="3453"/>
                  </a:lnTo>
                  <a:lnTo>
                    <a:pt x="404189" y="11557"/>
                  </a:lnTo>
                  <a:lnTo>
                    <a:pt x="441196" y="24289"/>
                  </a:lnTo>
                  <a:lnTo>
                    <a:pt x="476367" y="41454"/>
                  </a:lnTo>
                  <a:lnTo>
                    <a:pt x="509167" y="62793"/>
                  </a:lnTo>
                  <a:lnTo>
                    <a:pt x="539109" y="87987"/>
                  </a:lnTo>
                  <a:lnTo>
                    <a:pt x="565745" y="116660"/>
                  </a:lnTo>
                  <a:lnTo>
                    <a:pt x="588671" y="148378"/>
                  </a:lnTo>
                  <a:lnTo>
                    <a:pt x="607539" y="182659"/>
                  </a:lnTo>
                  <a:lnTo>
                    <a:pt x="622069" y="218993"/>
                  </a:lnTo>
                  <a:lnTo>
                    <a:pt x="632043" y="256836"/>
                  </a:lnTo>
                  <a:lnTo>
                    <a:pt x="637310" y="295616"/>
                  </a:lnTo>
                  <a:lnTo>
                    <a:pt x="638174" y="319087"/>
                  </a:lnTo>
                  <a:lnTo>
                    <a:pt x="638078" y="326920"/>
                  </a:lnTo>
                  <a:lnTo>
                    <a:pt x="634721" y="365907"/>
                  </a:lnTo>
                  <a:lnTo>
                    <a:pt x="626617" y="404189"/>
                  </a:lnTo>
                  <a:lnTo>
                    <a:pt x="613885" y="441196"/>
                  </a:lnTo>
                  <a:lnTo>
                    <a:pt x="596720" y="476367"/>
                  </a:lnTo>
                  <a:lnTo>
                    <a:pt x="575381" y="509167"/>
                  </a:lnTo>
                  <a:lnTo>
                    <a:pt x="550187" y="539109"/>
                  </a:lnTo>
                  <a:lnTo>
                    <a:pt x="521514" y="565745"/>
                  </a:lnTo>
                  <a:lnTo>
                    <a:pt x="489796" y="588671"/>
                  </a:lnTo>
                  <a:lnTo>
                    <a:pt x="455515" y="607539"/>
                  </a:lnTo>
                  <a:lnTo>
                    <a:pt x="419181" y="622069"/>
                  </a:lnTo>
                  <a:lnTo>
                    <a:pt x="381338" y="632043"/>
                  </a:lnTo>
                  <a:lnTo>
                    <a:pt x="342558" y="637310"/>
                  </a:lnTo>
                  <a:lnTo>
                    <a:pt x="319087" y="638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66160" y="9825813"/>
              <a:ext cx="399415" cy="240029"/>
            </a:xfrm>
            <a:custGeom>
              <a:avLst/>
              <a:gdLst/>
              <a:ahLst/>
              <a:cxnLst/>
              <a:rect l="l" t="t" r="r" b="b"/>
              <a:pathLst>
                <a:path w="399415" h="240029">
                  <a:moveTo>
                    <a:pt x="199546" y="108022"/>
                  </a:moveTo>
                  <a:lnTo>
                    <a:pt x="9218" y="3402"/>
                  </a:lnTo>
                  <a:lnTo>
                    <a:pt x="12464" y="1254"/>
                  </a:lnTo>
                  <a:lnTo>
                    <a:pt x="16353" y="0"/>
                  </a:lnTo>
                  <a:lnTo>
                    <a:pt x="383012" y="0"/>
                  </a:lnTo>
                  <a:lnTo>
                    <a:pt x="387333" y="1576"/>
                  </a:lnTo>
                  <a:lnTo>
                    <a:pt x="390791" y="4223"/>
                  </a:lnTo>
                  <a:lnTo>
                    <a:pt x="199546" y="108022"/>
                  </a:lnTo>
                  <a:close/>
                </a:path>
                <a:path w="399415" h="240029">
                  <a:moveTo>
                    <a:pt x="679" y="224123"/>
                  </a:moveTo>
                  <a:lnTo>
                    <a:pt x="231" y="222404"/>
                  </a:lnTo>
                  <a:lnTo>
                    <a:pt x="0" y="220689"/>
                  </a:lnTo>
                  <a:lnTo>
                    <a:pt x="0" y="21645"/>
                  </a:lnTo>
                  <a:lnTo>
                    <a:pt x="118192" y="85960"/>
                  </a:lnTo>
                  <a:lnTo>
                    <a:pt x="679" y="224123"/>
                  </a:lnTo>
                  <a:close/>
                </a:path>
                <a:path w="399415" h="240029">
                  <a:moveTo>
                    <a:pt x="396399" y="228627"/>
                  </a:moveTo>
                  <a:lnTo>
                    <a:pt x="280874" y="85960"/>
                  </a:lnTo>
                  <a:lnTo>
                    <a:pt x="398859" y="23053"/>
                  </a:lnTo>
                  <a:lnTo>
                    <a:pt x="398859" y="222404"/>
                  </a:lnTo>
                  <a:lnTo>
                    <a:pt x="397968" y="225725"/>
                  </a:lnTo>
                  <a:lnTo>
                    <a:pt x="396399" y="228627"/>
                  </a:lnTo>
                  <a:close/>
                </a:path>
                <a:path w="399415" h="240029">
                  <a:moveTo>
                    <a:pt x="378716" y="239402"/>
                  </a:moveTo>
                  <a:lnTo>
                    <a:pt x="18628" y="239402"/>
                  </a:lnTo>
                  <a:lnTo>
                    <a:pt x="16923" y="239167"/>
                  </a:lnTo>
                  <a:lnTo>
                    <a:pt x="15229" y="238716"/>
                  </a:lnTo>
                  <a:lnTo>
                    <a:pt x="136616" y="96276"/>
                  </a:lnTo>
                  <a:lnTo>
                    <a:pt x="196085" y="129623"/>
                  </a:lnTo>
                  <a:lnTo>
                    <a:pt x="197816" y="130060"/>
                  </a:lnTo>
                  <a:lnTo>
                    <a:pt x="289915" y="130060"/>
                  </a:lnTo>
                  <a:lnTo>
                    <a:pt x="378716" y="239402"/>
                  </a:lnTo>
                  <a:close/>
                </a:path>
                <a:path w="399415" h="240029">
                  <a:moveTo>
                    <a:pt x="289915" y="130060"/>
                  </a:moveTo>
                  <a:lnTo>
                    <a:pt x="201278" y="130060"/>
                  </a:lnTo>
                  <a:lnTo>
                    <a:pt x="203009" y="129623"/>
                  </a:lnTo>
                  <a:lnTo>
                    <a:pt x="262477" y="96276"/>
                  </a:lnTo>
                  <a:lnTo>
                    <a:pt x="289915" y="130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043125" y="9657009"/>
            <a:ext cx="4201795" cy="5321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900" spc="-114" dirty="0">
                <a:solidFill>
                  <a:srgbClr val="FFFFFF"/>
                </a:solidFill>
                <a:latin typeface="Arial Black"/>
                <a:cs typeface="Arial Black"/>
                <a:hlinkClick r:id="rId4"/>
              </a:rPr>
              <a:t>codingclub@sru.edu.in</a:t>
            </a:r>
            <a:endParaRPr sz="2900">
              <a:latin typeface="Arial Black"/>
              <a:cs typeface="Arial Black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F6A5CA-24DA-450A-693C-76ED268D4B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974" y="1460945"/>
            <a:ext cx="13344224" cy="1850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568238"/>
            <a:ext cx="18288000" cy="718820"/>
            <a:chOff x="0" y="9568238"/>
            <a:chExt cx="18288000" cy="718820"/>
          </a:xfrm>
        </p:grpSpPr>
        <p:sp>
          <p:nvSpPr>
            <p:cNvPr id="3" name="object 3"/>
            <p:cNvSpPr/>
            <p:nvPr/>
          </p:nvSpPr>
          <p:spPr>
            <a:xfrm>
              <a:off x="6347447" y="9626432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87" y="638174"/>
                  </a:moveTo>
                  <a:lnTo>
                    <a:pt x="280025" y="635775"/>
                  </a:lnTo>
                  <a:lnTo>
                    <a:pt x="241555" y="628612"/>
                  </a:lnTo>
                  <a:lnTo>
                    <a:pt x="204251" y="616794"/>
                  </a:lnTo>
                  <a:lnTo>
                    <a:pt x="168670" y="600497"/>
                  </a:lnTo>
                  <a:lnTo>
                    <a:pt x="135352" y="579967"/>
                  </a:lnTo>
                  <a:lnTo>
                    <a:pt x="104801" y="555515"/>
                  </a:lnTo>
                  <a:lnTo>
                    <a:pt x="77473" y="527508"/>
                  </a:lnTo>
                  <a:lnTo>
                    <a:pt x="53775" y="496362"/>
                  </a:lnTo>
                  <a:lnTo>
                    <a:pt x="34069" y="462550"/>
                  </a:lnTo>
                  <a:lnTo>
                    <a:pt x="18652" y="426584"/>
                  </a:lnTo>
                  <a:lnTo>
                    <a:pt x="7753" y="389002"/>
                  </a:lnTo>
                  <a:lnTo>
                    <a:pt x="1536" y="350363"/>
                  </a:lnTo>
                  <a:lnTo>
                    <a:pt x="0" y="319087"/>
                  </a:lnTo>
                  <a:lnTo>
                    <a:pt x="96" y="311254"/>
                  </a:lnTo>
                  <a:lnTo>
                    <a:pt x="3453" y="272267"/>
                  </a:lnTo>
                  <a:lnTo>
                    <a:pt x="11557" y="233985"/>
                  </a:lnTo>
                  <a:lnTo>
                    <a:pt x="24289" y="196977"/>
                  </a:lnTo>
                  <a:lnTo>
                    <a:pt x="41454" y="161807"/>
                  </a:lnTo>
                  <a:lnTo>
                    <a:pt x="62793" y="129007"/>
                  </a:lnTo>
                  <a:lnTo>
                    <a:pt x="87987" y="99065"/>
                  </a:lnTo>
                  <a:lnTo>
                    <a:pt x="116660" y="72429"/>
                  </a:lnTo>
                  <a:lnTo>
                    <a:pt x="148378" y="49503"/>
                  </a:lnTo>
                  <a:lnTo>
                    <a:pt x="182659" y="30635"/>
                  </a:lnTo>
                  <a:lnTo>
                    <a:pt x="218993" y="16105"/>
                  </a:lnTo>
                  <a:lnTo>
                    <a:pt x="256836" y="6131"/>
                  </a:lnTo>
                  <a:lnTo>
                    <a:pt x="295616" y="864"/>
                  </a:lnTo>
                  <a:lnTo>
                    <a:pt x="319087" y="0"/>
                  </a:lnTo>
                  <a:lnTo>
                    <a:pt x="326920" y="96"/>
                  </a:lnTo>
                  <a:lnTo>
                    <a:pt x="365907" y="3453"/>
                  </a:lnTo>
                  <a:lnTo>
                    <a:pt x="404189" y="11557"/>
                  </a:lnTo>
                  <a:lnTo>
                    <a:pt x="441196" y="24289"/>
                  </a:lnTo>
                  <a:lnTo>
                    <a:pt x="476367" y="41454"/>
                  </a:lnTo>
                  <a:lnTo>
                    <a:pt x="509167" y="62793"/>
                  </a:lnTo>
                  <a:lnTo>
                    <a:pt x="539109" y="87987"/>
                  </a:lnTo>
                  <a:lnTo>
                    <a:pt x="565745" y="116660"/>
                  </a:lnTo>
                  <a:lnTo>
                    <a:pt x="588671" y="148378"/>
                  </a:lnTo>
                  <a:lnTo>
                    <a:pt x="607539" y="182659"/>
                  </a:lnTo>
                  <a:lnTo>
                    <a:pt x="622069" y="218993"/>
                  </a:lnTo>
                  <a:lnTo>
                    <a:pt x="632043" y="256836"/>
                  </a:lnTo>
                  <a:lnTo>
                    <a:pt x="637310" y="295616"/>
                  </a:lnTo>
                  <a:lnTo>
                    <a:pt x="638174" y="319087"/>
                  </a:lnTo>
                  <a:lnTo>
                    <a:pt x="638078" y="326920"/>
                  </a:lnTo>
                  <a:lnTo>
                    <a:pt x="634721" y="365907"/>
                  </a:lnTo>
                  <a:lnTo>
                    <a:pt x="626617" y="404189"/>
                  </a:lnTo>
                  <a:lnTo>
                    <a:pt x="613885" y="441196"/>
                  </a:lnTo>
                  <a:lnTo>
                    <a:pt x="596720" y="476367"/>
                  </a:lnTo>
                  <a:lnTo>
                    <a:pt x="575381" y="509167"/>
                  </a:lnTo>
                  <a:lnTo>
                    <a:pt x="550187" y="539109"/>
                  </a:lnTo>
                  <a:lnTo>
                    <a:pt x="521514" y="565745"/>
                  </a:lnTo>
                  <a:lnTo>
                    <a:pt x="489796" y="588671"/>
                  </a:lnTo>
                  <a:lnTo>
                    <a:pt x="455515" y="607539"/>
                  </a:lnTo>
                  <a:lnTo>
                    <a:pt x="419181" y="622069"/>
                  </a:lnTo>
                  <a:lnTo>
                    <a:pt x="381338" y="632043"/>
                  </a:lnTo>
                  <a:lnTo>
                    <a:pt x="342558" y="637310"/>
                  </a:lnTo>
                  <a:lnTo>
                    <a:pt x="319087" y="638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66160" y="9825814"/>
              <a:ext cx="399415" cy="240029"/>
            </a:xfrm>
            <a:custGeom>
              <a:avLst/>
              <a:gdLst/>
              <a:ahLst/>
              <a:cxnLst/>
              <a:rect l="l" t="t" r="r" b="b"/>
              <a:pathLst>
                <a:path w="399415" h="240029">
                  <a:moveTo>
                    <a:pt x="199546" y="108022"/>
                  </a:moveTo>
                  <a:lnTo>
                    <a:pt x="9218" y="3402"/>
                  </a:lnTo>
                  <a:lnTo>
                    <a:pt x="12464" y="1254"/>
                  </a:lnTo>
                  <a:lnTo>
                    <a:pt x="16353" y="0"/>
                  </a:lnTo>
                  <a:lnTo>
                    <a:pt x="383012" y="0"/>
                  </a:lnTo>
                  <a:lnTo>
                    <a:pt x="387333" y="1576"/>
                  </a:lnTo>
                  <a:lnTo>
                    <a:pt x="390791" y="4223"/>
                  </a:lnTo>
                  <a:lnTo>
                    <a:pt x="199546" y="108022"/>
                  </a:lnTo>
                  <a:close/>
                </a:path>
                <a:path w="399415" h="240029">
                  <a:moveTo>
                    <a:pt x="679" y="224123"/>
                  </a:moveTo>
                  <a:lnTo>
                    <a:pt x="231" y="222404"/>
                  </a:lnTo>
                  <a:lnTo>
                    <a:pt x="0" y="220689"/>
                  </a:lnTo>
                  <a:lnTo>
                    <a:pt x="0" y="21645"/>
                  </a:lnTo>
                  <a:lnTo>
                    <a:pt x="118192" y="85960"/>
                  </a:lnTo>
                  <a:lnTo>
                    <a:pt x="679" y="224123"/>
                  </a:lnTo>
                  <a:close/>
                </a:path>
                <a:path w="399415" h="240029">
                  <a:moveTo>
                    <a:pt x="396399" y="228627"/>
                  </a:moveTo>
                  <a:lnTo>
                    <a:pt x="280874" y="85960"/>
                  </a:lnTo>
                  <a:lnTo>
                    <a:pt x="398859" y="23053"/>
                  </a:lnTo>
                  <a:lnTo>
                    <a:pt x="398859" y="222404"/>
                  </a:lnTo>
                  <a:lnTo>
                    <a:pt x="397968" y="225725"/>
                  </a:lnTo>
                  <a:lnTo>
                    <a:pt x="396399" y="228627"/>
                  </a:lnTo>
                  <a:close/>
                </a:path>
                <a:path w="399415" h="240029">
                  <a:moveTo>
                    <a:pt x="378716" y="239402"/>
                  </a:moveTo>
                  <a:lnTo>
                    <a:pt x="18628" y="239402"/>
                  </a:lnTo>
                  <a:lnTo>
                    <a:pt x="16923" y="239167"/>
                  </a:lnTo>
                  <a:lnTo>
                    <a:pt x="15229" y="238716"/>
                  </a:lnTo>
                  <a:lnTo>
                    <a:pt x="136616" y="96276"/>
                  </a:lnTo>
                  <a:lnTo>
                    <a:pt x="196085" y="129623"/>
                  </a:lnTo>
                  <a:lnTo>
                    <a:pt x="197816" y="130060"/>
                  </a:lnTo>
                  <a:lnTo>
                    <a:pt x="289915" y="130060"/>
                  </a:lnTo>
                  <a:lnTo>
                    <a:pt x="378716" y="239402"/>
                  </a:lnTo>
                  <a:close/>
                </a:path>
                <a:path w="399415" h="240029">
                  <a:moveTo>
                    <a:pt x="289915" y="130060"/>
                  </a:moveTo>
                  <a:lnTo>
                    <a:pt x="201278" y="130060"/>
                  </a:lnTo>
                  <a:lnTo>
                    <a:pt x="203009" y="129623"/>
                  </a:lnTo>
                  <a:lnTo>
                    <a:pt x="262477" y="96276"/>
                  </a:lnTo>
                  <a:lnTo>
                    <a:pt x="289915" y="130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3518" y="1806562"/>
            <a:ext cx="11929482" cy="69636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655" marR="1507490" indent="-148590">
              <a:lnSpc>
                <a:spcPct val="116100"/>
              </a:lnSpc>
              <a:spcBef>
                <a:spcPts val="95"/>
              </a:spcBef>
            </a:pPr>
            <a:r>
              <a:rPr sz="3500" b="1" spc="-370" dirty="0">
                <a:latin typeface="Arial" panose="020B0604020202020204" pitchFamily="34" charset="0"/>
                <a:cs typeface="Arial" panose="020B0604020202020204" pitchFamily="34" charset="0"/>
              </a:rPr>
              <a:t>Architectural</a:t>
            </a:r>
            <a:r>
              <a:rPr sz="3500" b="1" spc="-6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500" b="1" spc="-390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r>
              <a:rPr sz="3500" b="1" spc="-6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500" b="1" spc="-260" dirty="0">
                <a:latin typeface="Arial" panose="020B0604020202020204" pitchFamily="34" charset="0"/>
                <a:cs typeface="Arial" panose="020B0604020202020204" pitchFamily="34" charset="0"/>
              </a:rPr>
              <a:t>(3-</a:t>
            </a:r>
            <a:r>
              <a:rPr sz="3500" b="1" spc="-380" dirty="0">
                <a:latin typeface="Arial" panose="020B0604020202020204" pitchFamily="34" charset="0"/>
                <a:cs typeface="Arial" panose="020B0604020202020204" pitchFamily="34" charset="0"/>
              </a:rPr>
              <a:t>Tier):</a:t>
            </a:r>
            <a:endParaRPr lang="en-US" sz="3500" b="1" spc="-3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1507490" indent="-457200" algn="l">
              <a:lnSpc>
                <a:spcPct val="1161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IN" sz="3500" spc="-380" dirty="0">
              <a:latin typeface="Arial Black"/>
              <a:cs typeface="Verdana"/>
            </a:endParaRPr>
          </a:p>
          <a:p>
            <a:pPr marL="583565" marR="1507490" indent="-571500" algn="l">
              <a:lnSpc>
                <a:spcPct val="116100"/>
              </a:lnSpc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Frontend Layer: Farmer &amp; Officer dashboards for viewing data and alerts.</a:t>
            </a:r>
          </a:p>
          <a:p>
            <a:pPr marL="583565" marR="1507490" indent="-571500" algn="l">
              <a:lnSpc>
                <a:spcPct val="116100"/>
              </a:lnSpc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Backend Layer: Processes data, generates recommendations, triggers alerts.</a:t>
            </a:r>
          </a:p>
          <a:p>
            <a:pPr marL="583565" marR="1507490" indent="-571500" algn="l">
              <a:lnSpc>
                <a:spcPct val="116100"/>
              </a:lnSpc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Data Layer: Stores weather data, users, and history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1740" y="182681"/>
            <a:ext cx="1514474" cy="151447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0275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System</a:t>
            </a:r>
            <a:r>
              <a:rPr spc="-465" dirty="0"/>
              <a:t> </a:t>
            </a:r>
            <a:r>
              <a:rPr spc="-330" dirty="0"/>
              <a:t>Architecture</a:t>
            </a: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807" y="314380"/>
            <a:ext cx="1571624" cy="107814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043125" y="9657009"/>
            <a:ext cx="4201795" cy="5321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900" spc="-114" dirty="0">
                <a:solidFill>
                  <a:srgbClr val="FFFFFF"/>
                </a:solidFill>
                <a:latin typeface="Arial Black"/>
                <a:cs typeface="Arial Black"/>
                <a:hlinkClick r:id="rId4"/>
              </a:rPr>
              <a:t>codingclub@sru.edu.in</a:t>
            </a:r>
            <a:endParaRPr sz="2900">
              <a:latin typeface="Arial Black"/>
              <a:cs typeface="Arial Black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FAB02DE-983B-2B9A-7DF5-A329166D55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4799" y="1796682"/>
            <a:ext cx="6368801" cy="66996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1740" y="182681"/>
            <a:ext cx="1514474" cy="15144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2578" y="1795448"/>
            <a:ext cx="10560221" cy="70908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16100"/>
              </a:lnSpc>
              <a:spcBef>
                <a:spcPts val="95"/>
              </a:spcBef>
              <a:buSzPct val="88571"/>
              <a:tabLst>
                <a:tab pos="406400" algn="l"/>
              </a:tabLst>
            </a:pPr>
            <a:r>
              <a:rPr lang="en-IN" sz="4000" b="1" spc="-295" dirty="0">
                <a:latin typeface="Arial" panose="020B0604020202020204" pitchFamily="34" charset="0"/>
                <a:cs typeface="Arial" panose="020B0604020202020204" pitchFamily="34" charset="0"/>
              </a:rPr>
              <a:t>Data Flow / Workflow (Short):</a:t>
            </a:r>
            <a:br>
              <a:rPr lang="en-IN" sz="4000" spc="-295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b="1" spc="-295" dirty="0">
                <a:latin typeface="Arial" panose="020B0604020202020204" pitchFamily="34" charset="0"/>
                <a:cs typeface="Arial" panose="020B0604020202020204" pitchFamily="34" charset="0"/>
              </a:rPr>
              <a:t>Registration: </a:t>
            </a:r>
            <a:r>
              <a:rPr lang="en-IN" sz="4000" spc="-295" dirty="0">
                <a:latin typeface="Arial" panose="020B0604020202020204" pitchFamily="34" charset="0"/>
                <a:cs typeface="Arial" panose="020B0604020202020204" pitchFamily="34" charset="0"/>
              </a:rPr>
              <a:t>Farmer registers with village/location</a:t>
            </a:r>
            <a:br>
              <a:rPr lang="en-IN" sz="4000" spc="-295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b="1" spc="-295" dirty="0">
                <a:latin typeface="Arial" panose="020B0604020202020204" pitchFamily="34" charset="0"/>
                <a:cs typeface="Arial" panose="020B0604020202020204" pitchFamily="34" charset="0"/>
              </a:rPr>
              <a:t>Data Entry: </a:t>
            </a:r>
            <a:r>
              <a:rPr lang="en-IN" sz="4000" spc="-295" dirty="0">
                <a:latin typeface="Arial" panose="020B0604020202020204" pitchFamily="34" charset="0"/>
                <a:cs typeface="Arial" panose="020B0604020202020204" pitchFamily="34" charset="0"/>
              </a:rPr>
              <a:t>Officer inputs weather data (rainfall, temperature, humidity)</a:t>
            </a:r>
            <a:br>
              <a:rPr lang="en-IN" sz="4000" spc="-295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b="1" spc="-295" dirty="0">
                <a:latin typeface="Arial" panose="020B0604020202020204" pitchFamily="34" charset="0"/>
                <a:cs typeface="Arial" panose="020B0604020202020204" pitchFamily="34" charset="0"/>
              </a:rPr>
              <a:t>Processing: </a:t>
            </a:r>
            <a:r>
              <a:rPr lang="en-IN" sz="4000" spc="-295" dirty="0">
                <a:latin typeface="Arial" panose="020B0604020202020204" pitchFamily="34" charset="0"/>
                <a:cs typeface="Arial" panose="020B0604020202020204" pitchFamily="34" charset="0"/>
              </a:rPr>
              <a:t>System checks data using threshold logic</a:t>
            </a:r>
            <a:br>
              <a:rPr lang="en-IN" sz="4000" spc="-295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b="1" spc="-295" dirty="0">
                <a:latin typeface="Arial" panose="020B0604020202020204" pitchFamily="34" charset="0"/>
                <a:cs typeface="Arial" panose="020B0604020202020204" pitchFamily="34" charset="0"/>
              </a:rPr>
              <a:t>Decision: </a:t>
            </a:r>
            <a:r>
              <a:rPr lang="en-IN" sz="4000" spc="-295" dirty="0">
                <a:latin typeface="Arial" panose="020B0604020202020204" pitchFamily="34" charset="0"/>
                <a:cs typeface="Arial" panose="020B0604020202020204" pitchFamily="34" charset="0"/>
              </a:rPr>
              <a:t>Generates alert (extreme) or recommendation (normal)</a:t>
            </a:r>
            <a:br>
              <a:rPr lang="en-IN" sz="4000" spc="-295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b="1" spc="-295" dirty="0">
                <a:latin typeface="Arial" panose="020B0604020202020204" pitchFamily="34" charset="0"/>
                <a:cs typeface="Arial" panose="020B0604020202020204" pitchFamily="34" charset="0"/>
              </a:rPr>
              <a:t>Storage: </a:t>
            </a:r>
            <a:r>
              <a:rPr lang="en-IN" sz="4000" spc="-295" dirty="0">
                <a:latin typeface="Arial" panose="020B0604020202020204" pitchFamily="34" charset="0"/>
                <a:cs typeface="Arial" panose="020B0604020202020204" pitchFamily="34" charset="0"/>
              </a:rPr>
              <a:t>Data saved in central database</a:t>
            </a:r>
            <a:br>
              <a:rPr lang="en-IN" sz="4000" spc="-295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4000" b="1" spc="-295" dirty="0">
                <a:latin typeface="Arial" panose="020B0604020202020204" pitchFamily="34" charset="0"/>
                <a:cs typeface="Arial" panose="020B0604020202020204" pitchFamily="34" charset="0"/>
              </a:rPr>
              <a:t>Output: </a:t>
            </a:r>
            <a:r>
              <a:rPr lang="en-IN" sz="4000" spc="-295" dirty="0">
                <a:latin typeface="Arial" panose="020B0604020202020204" pitchFamily="34" charset="0"/>
                <a:cs typeface="Arial" panose="020B0604020202020204" pitchFamily="34" charset="0"/>
              </a:rPr>
              <a:t>Farmers view alerts &amp; advice, officers monitor reports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9160">
              <a:lnSpc>
                <a:spcPct val="100000"/>
              </a:lnSpc>
              <a:spcBef>
                <a:spcPts val="100"/>
              </a:spcBef>
            </a:pPr>
            <a:r>
              <a:rPr spc="-315" dirty="0"/>
              <a:t>Data</a:t>
            </a:r>
            <a:r>
              <a:rPr spc="-490" dirty="0"/>
              <a:t> </a:t>
            </a:r>
            <a:r>
              <a:rPr spc="-415" dirty="0"/>
              <a:t>Flow</a:t>
            </a:r>
            <a:r>
              <a:rPr spc="-484" dirty="0"/>
              <a:t> </a:t>
            </a:r>
            <a:r>
              <a:rPr spc="705" dirty="0"/>
              <a:t>/</a:t>
            </a:r>
            <a:r>
              <a:rPr spc="-484" dirty="0"/>
              <a:t> </a:t>
            </a:r>
            <a:r>
              <a:rPr spc="-350" dirty="0"/>
              <a:t>Workflow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807" y="314380"/>
            <a:ext cx="1571624" cy="107814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347447" y="9626432"/>
            <a:ext cx="638175" cy="638175"/>
            <a:chOff x="6347447" y="9626432"/>
            <a:chExt cx="638175" cy="638175"/>
          </a:xfrm>
        </p:grpSpPr>
        <p:sp>
          <p:nvSpPr>
            <p:cNvPr id="8" name="object 8"/>
            <p:cNvSpPr/>
            <p:nvPr/>
          </p:nvSpPr>
          <p:spPr>
            <a:xfrm>
              <a:off x="6347447" y="9626432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87" y="638174"/>
                  </a:moveTo>
                  <a:lnTo>
                    <a:pt x="280025" y="635775"/>
                  </a:lnTo>
                  <a:lnTo>
                    <a:pt x="241555" y="628612"/>
                  </a:lnTo>
                  <a:lnTo>
                    <a:pt x="204251" y="616794"/>
                  </a:lnTo>
                  <a:lnTo>
                    <a:pt x="168670" y="600497"/>
                  </a:lnTo>
                  <a:lnTo>
                    <a:pt x="135352" y="579967"/>
                  </a:lnTo>
                  <a:lnTo>
                    <a:pt x="104801" y="555515"/>
                  </a:lnTo>
                  <a:lnTo>
                    <a:pt x="77473" y="527508"/>
                  </a:lnTo>
                  <a:lnTo>
                    <a:pt x="53775" y="496362"/>
                  </a:lnTo>
                  <a:lnTo>
                    <a:pt x="34069" y="462550"/>
                  </a:lnTo>
                  <a:lnTo>
                    <a:pt x="18652" y="426584"/>
                  </a:lnTo>
                  <a:lnTo>
                    <a:pt x="7753" y="389002"/>
                  </a:lnTo>
                  <a:lnTo>
                    <a:pt x="1536" y="350363"/>
                  </a:lnTo>
                  <a:lnTo>
                    <a:pt x="0" y="319087"/>
                  </a:lnTo>
                  <a:lnTo>
                    <a:pt x="96" y="311254"/>
                  </a:lnTo>
                  <a:lnTo>
                    <a:pt x="3453" y="272267"/>
                  </a:lnTo>
                  <a:lnTo>
                    <a:pt x="11557" y="233985"/>
                  </a:lnTo>
                  <a:lnTo>
                    <a:pt x="24289" y="196977"/>
                  </a:lnTo>
                  <a:lnTo>
                    <a:pt x="41454" y="161807"/>
                  </a:lnTo>
                  <a:lnTo>
                    <a:pt x="62793" y="129007"/>
                  </a:lnTo>
                  <a:lnTo>
                    <a:pt x="87987" y="99065"/>
                  </a:lnTo>
                  <a:lnTo>
                    <a:pt x="116660" y="72429"/>
                  </a:lnTo>
                  <a:lnTo>
                    <a:pt x="148378" y="49503"/>
                  </a:lnTo>
                  <a:lnTo>
                    <a:pt x="182659" y="30635"/>
                  </a:lnTo>
                  <a:lnTo>
                    <a:pt x="218993" y="16105"/>
                  </a:lnTo>
                  <a:lnTo>
                    <a:pt x="256836" y="6131"/>
                  </a:lnTo>
                  <a:lnTo>
                    <a:pt x="295616" y="864"/>
                  </a:lnTo>
                  <a:lnTo>
                    <a:pt x="319087" y="0"/>
                  </a:lnTo>
                  <a:lnTo>
                    <a:pt x="326920" y="96"/>
                  </a:lnTo>
                  <a:lnTo>
                    <a:pt x="365907" y="3453"/>
                  </a:lnTo>
                  <a:lnTo>
                    <a:pt x="404189" y="11557"/>
                  </a:lnTo>
                  <a:lnTo>
                    <a:pt x="441196" y="24289"/>
                  </a:lnTo>
                  <a:lnTo>
                    <a:pt x="476367" y="41454"/>
                  </a:lnTo>
                  <a:lnTo>
                    <a:pt x="509167" y="62793"/>
                  </a:lnTo>
                  <a:lnTo>
                    <a:pt x="539109" y="87987"/>
                  </a:lnTo>
                  <a:lnTo>
                    <a:pt x="565745" y="116660"/>
                  </a:lnTo>
                  <a:lnTo>
                    <a:pt x="588671" y="148378"/>
                  </a:lnTo>
                  <a:lnTo>
                    <a:pt x="607539" y="182659"/>
                  </a:lnTo>
                  <a:lnTo>
                    <a:pt x="622069" y="218993"/>
                  </a:lnTo>
                  <a:lnTo>
                    <a:pt x="632043" y="256836"/>
                  </a:lnTo>
                  <a:lnTo>
                    <a:pt x="637310" y="295616"/>
                  </a:lnTo>
                  <a:lnTo>
                    <a:pt x="638174" y="319087"/>
                  </a:lnTo>
                  <a:lnTo>
                    <a:pt x="638078" y="326920"/>
                  </a:lnTo>
                  <a:lnTo>
                    <a:pt x="634721" y="365907"/>
                  </a:lnTo>
                  <a:lnTo>
                    <a:pt x="626617" y="404189"/>
                  </a:lnTo>
                  <a:lnTo>
                    <a:pt x="613885" y="441196"/>
                  </a:lnTo>
                  <a:lnTo>
                    <a:pt x="596720" y="476367"/>
                  </a:lnTo>
                  <a:lnTo>
                    <a:pt x="575381" y="509167"/>
                  </a:lnTo>
                  <a:lnTo>
                    <a:pt x="550187" y="539109"/>
                  </a:lnTo>
                  <a:lnTo>
                    <a:pt x="521514" y="565745"/>
                  </a:lnTo>
                  <a:lnTo>
                    <a:pt x="489796" y="588671"/>
                  </a:lnTo>
                  <a:lnTo>
                    <a:pt x="455515" y="607539"/>
                  </a:lnTo>
                  <a:lnTo>
                    <a:pt x="419181" y="622069"/>
                  </a:lnTo>
                  <a:lnTo>
                    <a:pt x="381338" y="632043"/>
                  </a:lnTo>
                  <a:lnTo>
                    <a:pt x="342558" y="637310"/>
                  </a:lnTo>
                  <a:lnTo>
                    <a:pt x="319087" y="638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66160" y="9825813"/>
              <a:ext cx="399415" cy="240029"/>
            </a:xfrm>
            <a:custGeom>
              <a:avLst/>
              <a:gdLst/>
              <a:ahLst/>
              <a:cxnLst/>
              <a:rect l="l" t="t" r="r" b="b"/>
              <a:pathLst>
                <a:path w="399415" h="240029">
                  <a:moveTo>
                    <a:pt x="199546" y="108022"/>
                  </a:moveTo>
                  <a:lnTo>
                    <a:pt x="9218" y="3402"/>
                  </a:lnTo>
                  <a:lnTo>
                    <a:pt x="12464" y="1254"/>
                  </a:lnTo>
                  <a:lnTo>
                    <a:pt x="16353" y="0"/>
                  </a:lnTo>
                  <a:lnTo>
                    <a:pt x="383012" y="0"/>
                  </a:lnTo>
                  <a:lnTo>
                    <a:pt x="387333" y="1576"/>
                  </a:lnTo>
                  <a:lnTo>
                    <a:pt x="390791" y="4223"/>
                  </a:lnTo>
                  <a:lnTo>
                    <a:pt x="199546" y="108022"/>
                  </a:lnTo>
                  <a:close/>
                </a:path>
                <a:path w="399415" h="240029">
                  <a:moveTo>
                    <a:pt x="679" y="224123"/>
                  </a:moveTo>
                  <a:lnTo>
                    <a:pt x="231" y="222404"/>
                  </a:lnTo>
                  <a:lnTo>
                    <a:pt x="0" y="220689"/>
                  </a:lnTo>
                  <a:lnTo>
                    <a:pt x="0" y="21645"/>
                  </a:lnTo>
                  <a:lnTo>
                    <a:pt x="118192" y="85960"/>
                  </a:lnTo>
                  <a:lnTo>
                    <a:pt x="679" y="224123"/>
                  </a:lnTo>
                  <a:close/>
                </a:path>
                <a:path w="399415" h="240029">
                  <a:moveTo>
                    <a:pt x="396399" y="228627"/>
                  </a:moveTo>
                  <a:lnTo>
                    <a:pt x="280874" y="85960"/>
                  </a:lnTo>
                  <a:lnTo>
                    <a:pt x="398859" y="23053"/>
                  </a:lnTo>
                  <a:lnTo>
                    <a:pt x="398859" y="222404"/>
                  </a:lnTo>
                  <a:lnTo>
                    <a:pt x="397968" y="225725"/>
                  </a:lnTo>
                  <a:lnTo>
                    <a:pt x="396399" y="228627"/>
                  </a:lnTo>
                  <a:close/>
                </a:path>
                <a:path w="399415" h="240029">
                  <a:moveTo>
                    <a:pt x="378716" y="239402"/>
                  </a:moveTo>
                  <a:lnTo>
                    <a:pt x="18628" y="239402"/>
                  </a:lnTo>
                  <a:lnTo>
                    <a:pt x="16923" y="239167"/>
                  </a:lnTo>
                  <a:lnTo>
                    <a:pt x="15229" y="238716"/>
                  </a:lnTo>
                  <a:lnTo>
                    <a:pt x="136616" y="96276"/>
                  </a:lnTo>
                  <a:lnTo>
                    <a:pt x="196085" y="129623"/>
                  </a:lnTo>
                  <a:lnTo>
                    <a:pt x="197816" y="130060"/>
                  </a:lnTo>
                  <a:lnTo>
                    <a:pt x="289915" y="130060"/>
                  </a:lnTo>
                  <a:lnTo>
                    <a:pt x="378716" y="239402"/>
                  </a:lnTo>
                  <a:close/>
                </a:path>
                <a:path w="399415" h="240029">
                  <a:moveTo>
                    <a:pt x="289915" y="130060"/>
                  </a:moveTo>
                  <a:lnTo>
                    <a:pt x="201278" y="130060"/>
                  </a:lnTo>
                  <a:lnTo>
                    <a:pt x="203009" y="129623"/>
                  </a:lnTo>
                  <a:lnTo>
                    <a:pt x="262477" y="96276"/>
                  </a:lnTo>
                  <a:lnTo>
                    <a:pt x="289915" y="130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043125" y="9657009"/>
            <a:ext cx="4201795" cy="5321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900" spc="-114" dirty="0">
                <a:solidFill>
                  <a:srgbClr val="FFFFFF"/>
                </a:solidFill>
                <a:latin typeface="Arial Black"/>
                <a:cs typeface="Arial Black"/>
                <a:hlinkClick r:id="rId4"/>
              </a:rPr>
              <a:t>codingclub@sru.edu.in</a:t>
            </a:r>
            <a:endParaRPr sz="2900">
              <a:latin typeface="Arial Black"/>
              <a:cs typeface="Arial Black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EF1B32-9F4E-EDEC-0228-017FF2A34E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5193" y="1795448"/>
            <a:ext cx="6858000" cy="70908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1740" y="182681"/>
            <a:ext cx="1514474" cy="15144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8307" y="1858772"/>
            <a:ext cx="13179093" cy="41070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7715" marR="3709035" indent="-755650">
              <a:lnSpc>
                <a:spcPct val="116100"/>
              </a:lnSpc>
              <a:spcBef>
                <a:spcPts val="95"/>
              </a:spcBef>
            </a:pPr>
            <a:r>
              <a:rPr lang="en-IN" sz="3500" dirty="0">
                <a:latin typeface="Verdana"/>
                <a:cs typeface="Verdana"/>
              </a:rPr>
              <a:t>Implementation &amp; Demo Reference:</a:t>
            </a:r>
          </a:p>
          <a:p>
            <a:pPr marL="767715" marR="3709035" indent="-755650">
              <a:lnSpc>
                <a:spcPct val="116100"/>
              </a:lnSpc>
              <a:spcBef>
                <a:spcPts val="95"/>
              </a:spcBef>
            </a:pPr>
            <a:r>
              <a:rPr lang="en-IN" sz="3500" dirty="0">
                <a:latin typeface="Arial" panose="020B0604020202020204" pitchFamily="34" charset="0"/>
                <a:cs typeface="Arial" panose="020B0604020202020204" pitchFamily="34" charset="0"/>
              </a:rPr>
              <a:t>Implemented Features (</a:t>
            </a:r>
            <a:r>
              <a:rPr lang="en-IN" sz="3500" dirty="0" err="1">
                <a:latin typeface="Arial" panose="020B0604020202020204" pitchFamily="34" charset="0"/>
                <a:cs typeface="Arial" panose="020B0604020202020204" pitchFamily="34" charset="0"/>
              </a:rPr>
              <a:t>ReferencePrototype</a:t>
            </a:r>
            <a:r>
              <a:rPr lang="en-IN" sz="3500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767715" marR="3709035" indent="-755650">
              <a:lnSpc>
                <a:spcPct val="116100"/>
              </a:lnSpc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Farmer Registration System with location-based details</a:t>
            </a:r>
          </a:p>
          <a:p>
            <a:pPr marL="767715" marR="3709035" indent="-755650">
              <a:lnSpc>
                <a:spcPct val="116100"/>
              </a:lnSpc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Dashboard View for farmers (alerts/advice) and officers(monitoring &amp; reports)</a:t>
            </a:r>
            <a:b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807" y="314380"/>
            <a:ext cx="1571624" cy="107814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6347447" y="9626432"/>
            <a:ext cx="638175" cy="638175"/>
            <a:chOff x="6347447" y="9626432"/>
            <a:chExt cx="638175" cy="638175"/>
          </a:xfrm>
        </p:grpSpPr>
        <p:sp>
          <p:nvSpPr>
            <p:cNvPr id="10" name="object 10"/>
            <p:cNvSpPr/>
            <p:nvPr/>
          </p:nvSpPr>
          <p:spPr>
            <a:xfrm>
              <a:off x="6347447" y="9626432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87" y="638174"/>
                  </a:moveTo>
                  <a:lnTo>
                    <a:pt x="280025" y="635775"/>
                  </a:lnTo>
                  <a:lnTo>
                    <a:pt x="241555" y="628612"/>
                  </a:lnTo>
                  <a:lnTo>
                    <a:pt x="204251" y="616794"/>
                  </a:lnTo>
                  <a:lnTo>
                    <a:pt x="168670" y="600497"/>
                  </a:lnTo>
                  <a:lnTo>
                    <a:pt x="135352" y="579967"/>
                  </a:lnTo>
                  <a:lnTo>
                    <a:pt x="104801" y="555515"/>
                  </a:lnTo>
                  <a:lnTo>
                    <a:pt x="77473" y="527508"/>
                  </a:lnTo>
                  <a:lnTo>
                    <a:pt x="53775" y="496362"/>
                  </a:lnTo>
                  <a:lnTo>
                    <a:pt x="34069" y="462550"/>
                  </a:lnTo>
                  <a:lnTo>
                    <a:pt x="18652" y="426584"/>
                  </a:lnTo>
                  <a:lnTo>
                    <a:pt x="7753" y="389002"/>
                  </a:lnTo>
                  <a:lnTo>
                    <a:pt x="1536" y="350363"/>
                  </a:lnTo>
                  <a:lnTo>
                    <a:pt x="0" y="319087"/>
                  </a:lnTo>
                  <a:lnTo>
                    <a:pt x="96" y="311254"/>
                  </a:lnTo>
                  <a:lnTo>
                    <a:pt x="3453" y="272267"/>
                  </a:lnTo>
                  <a:lnTo>
                    <a:pt x="11557" y="233985"/>
                  </a:lnTo>
                  <a:lnTo>
                    <a:pt x="24289" y="196977"/>
                  </a:lnTo>
                  <a:lnTo>
                    <a:pt x="41454" y="161807"/>
                  </a:lnTo>
                  <a:lnTo>
                    <a:pt x="62793" y="129007"/>
                  </a:lnTo>
                  <a:lnTo>
                    <a:pt x="87987" y="99065"/>
                  </a:lnTo>
                  <a:lnTo>
                    <a:pt x="116660" y="72429"/>
                  </a:lnTo>
                  <a:lnTo>
                    <a:pt x="148378" y="49503"/>
                  </a:lnTo>
                  <a:lnTo>
                    <a:pt x="182659" y="30635"/>
                  </a:lnTo>
                  <a:lnTo>
                    <a:pt x="218993" y="16105"/>
                  </a:lnTo>
                  <a:lnTo>
                    <a:pt x="256836" y="6131"/>
                  </a:lnTo>
                  <a:lnTo>
                    <a:pt x="295616" y="864"/>
                  </a:lnTo>
                  <a:lnTo>
                    <a:pt x="319087" y="0"/>
                  </a:lnTo>
                  <a:lnTo>
                    <a:pt x="326920" y="96"/>
                  </a:lnTo>
                  <a:lnTo>
                    <a:pt x="365907" y="3453"/>
                  </a:lnTo>
                  <a:lnTo>
                    <a:pt x="404189" y="11557"/>
                  </a:lnTo>
                  <a:lnTo>
                    <a:pt x="441196" y="24289"/>
                  </a:lnTo>
                  <a:lnTo>
                    <a:pt x="476367" y="41454"/>
                  </a:lnTo>
                  <a:lnTo>
                    <a:pt x="509167" y="62793"/>
                  </a:lnTo>
                  <a:lnTo>
                    <a:pt x="539109" y="87987"/>
                  </a:lnTo>
                  <a:lnTo>
                    <a:pt x="565745" y="116660"/>
                  </a:lnTo>
                  <a:lnTo>
                    <a:pt x="588671" y="148378"/>
                  </a:lnTo>
                  <a:lnTo>
                    <a:pt x="607539" y="182659"/>
                  </a:lnTo>
                  <a:lnTo>
                    <a:pt x="622069" y="218993"/>
                  </a:lnTo>
                  <a:lnTo>
                    <a:pt x="632043" y="256836"/>
                  </a:lnTo>
                  <a:lnTo>
                    <a:pt x="637310" y="295616"/>
                  </a:lnTo>
                  <a:lnTo>
                    <a:pt x="638174" y="319087"/>
                  </a:lnTo>
                  <a:lnTo>
                    <a:pt x="638078" y="326920"/>
                  </a:lnTo>
                  <a:lnTo>
                    <a:pt x="634721" y="365907"/>
                  </a:lnTo>
                  <a:lnTo>
                    <a:pt x="626617" y="404189"/>
                  </a:lnTo>
                  <a:lnTo>
                    <a:pt x="613885" y="441196"/>
                  </a:lnTo>
                  <a:lnTo>
                    <a:pt x="596720" y="476367"/>
                  </a:lnTo>
                  <a:lnTo>
                    <a:pt x="575381" y="509167"/>
                  </a:lnTo>
                  <a:lnTo>
                    <a:pt x="550187" y="539109"/>
                  </a:lnTo>
                  <a:lnTo>
                    <a:pt x="521514" y="565745"/>
                  </a:lnTo>
                  <a:lnTo>
                    <a:pt x="489796" y="588671"/>
                  </a:lnTo>
                  <a:lnTo>
                    <a:pt x="455515" y="607539"/>
                  </a:lnTo>
                  <a:lnTo>
                    <a:pt x="419181" y="622069"/>
                  </a:lnTo>
                  <a:lnTo>
                    <a:pt x="381338" y="632043"/>
                  </a:lnTo>
                  <a:lnTo>
                    <a:pt x="342558" y="637310"/>
                  </a:lnTo>
                  <a:lnTo>
                    <a:pt x="319087" y="638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66160" y="9825813"/>
              <a:ext cx="399415" cy="240029"/>
            </a:xfrm>
            <a:custGeom>
              <a:avLst/>
              <a:gdLst/>
              <a:ahLst/>
              <a:cxnLst/>
              <a:rect l="l" t="t" r="r" b="b"/>
              <a:pathLst>
                <a:path w="399415" h="240029">
                  <a:moveTo>
                    <a:pt x="199546" y="108022"/>
                  </a:moveTo>
                  <a:lnTo>
                    <a:pt x="9218" y="3402"/>
                  </a:lnTo>
                  <a:lnTo>
                    <a:pt x="12464" y="1254"/>
                  </a:lnTo>
                  <a:lnTo>
                    <a:pt x="16353" y="0"/>
                  </a:lnTo>
                  <a:lnTo>
                    <a:pt x="383012" y="0"/>
                  </a:lnTo>
                  <a:lnTo>
                    <a:pt x="387333" y="1576"/>
                  </a:lnTo>
                  <a:lnTo>
                    <a:pt x="390791" y="4223"/>
                  </a:lnTo>
                  <a:lnTo>
                    <a:pt x="199546" y="108022"/>
                  </a:lnTo>
                  <a:close/>
                </a:path>
                <a:path w="399415" h="240029">
                  <a:moveTo>
                    <a:pt x="679" y="224123"/>
                  </a:moveTo>
                  <a:lnTo>
                    <a:pt x="231" y="222404"/>
                  </a:lnTo>
                  <a:lnTo>
                    <a:pt x="0" y="220689"/>
                  </a:lnTo>
                  <a:lnTo>
                    <a:pt x="0" y="21645"/>
                  </a:lnTo>
                  <a:lnTo>
                    <a:pt x="118192" y="85960"/>
                  </a:lnTo>
                  <a:lnTo>
                    <a:pt x="679" y="224123"/>
                  </a:lnTo>
                  <a:close/>
                </a:path>
                <a:path w="399415" h="240029">
                  <a:moveTo>
                    <a:pt x="396399" y="228627"/>
                  </a:moveTo>
                  <a:lnTo>
                    <a:pt x="280874" y="85960"/>
                  </a:lnTo>
                  <a:lnTo>
                    <a:pt x="398859" y="23053"/>
                  </a:lnTo>
                  <a:lnTo>
                    <a:pt x="398859" y="222404"/>
                  </a:lnTo>
                  <a:lnTo>
                    <a:pt x="397968" y="225725"/>
                  </a:lnTo>
                  <a:lnTo>
                    <a:pt x="396399" y="228627"/>
                  </a:lnTo>
                  <a:close/>
                </a:path>
                <a:path w="399415" h="240029">
                  <a:moveTo>
                    <a:pt x="378716" y="239402"/>
                  </a:moveTo>
                  <a:lnTo>
                    <a:pt x="18628" y="239402"/>
                  </a:lnTo>
                  <a:lnTo>
                    <a:pt x="16923" y="239167"/>
                  </a:lnTo>
                  <a:lnTo>
                    <a:pt x="15229" y="238716"/>
                  </a:lnTo>
                  <a:lnTo>
                    <a:pt x="136616" y="96276"/>
                  </a:lnTo>
                  <a:lnTo>
                    <a:pt x="196085" y="129623"/>
                  </a:lnTo>
                  <a:lnTo>
                    <a:pt x="197816" y="130060"/>
                  </a:lnTo>
                  <a:lnTo>
                    <a:pt x="289915" y="130060"/>
                  </a:lnTo>
                  <a:lnTo>
                    <a:pt x="378716" y="239402"/>
                  </a:lnTo>
                  <a:close/>
                </a:path>
                <a:path w="399415" h="240029">
                  <a:moveTo>
                    <a:pt x="289915" y="130060"/>
                  </a:moveTo>
                  <a:lnTo>
                    <a:pt x="201278" y="130060"/>
                  </a:lnTo>
                  <a:lnTo>
                    <a:pt x="203009" y="129623"/>
                  </a:lnTo>
                  <a:lnTo>
                    <a:pt x="262477" y="96276"/>
                  </a:lnTo>
                  <a:lnTo>
                    <a:pt x="289915" y="130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Implementation</a:t>
            </a:r>
            <a:r>
              <a:rPr spc="-475" dirty="0"/>
              <a:t> </a:t>
            </a:r>
            <a:r>
              <a:rPr spc="-1160" dirty="0"/>
              <a:t>&amp;</a:t>
            </a:r>
            <a:r>
              <a:rPr spc="-470" dirty="0"/>
              <a:t> </a:t>
            </a:r>
            <a:r>
              <a:rPr spc="-280" dirty="0"/>
              <a:t>Demo</a:t>
            </a:r>
            <a:r>
              <a:rPr spc="-470" dirty="0"/>
              <a:t> </a:t>
            </a:r>
            <a:r>
              <a:rPr spc="-395" dirty="0"/>
              <a:t>Reference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043125" y="9657009"/>
            <a:ext cx="4201795" cy="5321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900" spc="-114" dirty="0">
                <a:solidFill>
                  <a:srgbClr val="FFFFFF"/>
                </a:solidFill>
                <a:latin typeface="Arial Black"/>
                <a:cs typeface="Arial Black"/>
                <a:hlinkClick r:id="rId4"/>
              </a:rPr>
              <a:t>codingclub@sru.edu.in</a:t>
            </a:r>
            <a:endParaRPr sz="2900">
              <a:latin typeface="Arial Black"/>
              <a:cs typeface="Arial Black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14FC788-CD28-0074-1A68-466024AE3D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0299" y="2270890"/>
            <a:ext cx="6248400" cy="5210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1740" y="182681"/>
            <a:ext cx="1514474" cy="15144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0319" y="2614915"/>
            <a:ext cx="6583368" cy="404548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34313" y="2072862"/>
            <a:ext cx="9481287" cy="4408258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75"/>
              </a:spcBef>
              <a:buFont typeface="Wingdings" panose="05000000000000000000" pitchFamily="2" charset="2"/>
              <a:buChar char="§"/>
            </a:pP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Timely Decisions: Farmers get quick weather updates and alerts</a:t>
            </a:r>
            <a:b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Reduced Crop Loss: Early warnings help prevent damage</a:t>
            </a:r>
            <a:b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Better Planning: Crop recommendations improve yield</a:t>
            </a:r>
            <a:b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Data Insights: Weather history helps in future decisions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9385">
              <a:lnSpc>
                <a:spcPct val="100000"/>
              </a:lnSpc>
              <a:spcBef>
                <a:spcPts val="100"/>
              </a:spcBef>
            </a:pPr>
            <a:r>
              <a:rPr spc="-345" dirty="0"/>
              <a:t>Impact</a:t>
            </a:r>
            <a:r>
              <a:rPr spc="-475" dirty="0"/>
              <a:t> </a:t>
            </a:r>
            <a:r>
              <a:rPr spc="-1160" dirty="0"/>
              <a:t>&amp;</a:t>
            </a:r>
            <a:r>
              <a:rPr spc="-475" dirty="0"/>
              <a:t> </a:t>
            </a:r>
            <a:r>
              <a:rPr spc="-320" dirty="0"/>
              <a:t>Benefits</a:t>
            </a: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807" y="314380"/>
            <a:ext cx="1571624" cy="107814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347447" y="9626432"/>
            <a:ext cx="638175" cy="638175"/>
            <a:chOff x="6347447" y="9626432"/>
            <a:chExt cx="638175" cy="638175"/>
          </a:xfrm>
        </p:grpSpPr>
        <p:sp>
          <p:nvSpPr>
            <p:cNvPr id="14" name="object 14"/>
            <p:cNvSpPr/>
            <p:nvPr/>
          </p:nvSpPr>
          <p:spPr>
            <a:xfrm>
              <a:off x="6347447" y="9626432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87" y="638174"/>
                  </a:moveTo>
                  <a:lnTo>
                    <a:pt x="280025" y="635775"/>
                  </a:lnTo>
                  <a:lnTo>
                    <a:pt x="241555" y="628612"/>
                  </a:lnTo>
                  <a:lnTo>
                    <a:pt x="204251" y="616794"/>
                  </a:lnTo>
                  <a:lnTo>
                    <a:pt x="168670" y="600497"/>
                  </a:lnTo>
                  <a:lnTo>
                    <a:pt x="135352" y="579967"/>
                  </a:lnTo>
                  <a:lnTo>
                    <a:pt x="104801" y="555515"/>
                  </a:lnTo>
                  <a:lnTo>
                    <a:pt x="77473" y="527508"/>
                  </a:lnTo>
                  <a:lnTo>
                    <a:pt x="53775" y="496362"/>
                  </a:lnTo>
                  <a:lnTo>
                    <a:pt x="34069" y="462550"/>
                  </a:lnTo>
                  <a:lnTo>
                    <a:pt x="18652" y="426584"/>
                  </a:lnTo>
                  <a:lnTo>
                    <a:pt x="7753" y="389002"/>
                  </a:lnTo>
                  <a:lnTo>
                    <a:pt x="1536" y="350363"/>
                  </a:lnTo>
                  <a:lnTo>
                    <a:pt x="0" y="319087"/>
                  </a:lnTo>
                  <a:lnTo>
                    <a:pt x="96" y="311254"/>
                  </a:lnTo>
                  <a:lnTo>
                    <a:pt x="3453" y="272267"/>
                  </a:lnTo>
                  <a:lnTo>
                    <a:pt x="11557" y="233985"/>
                  </a:lnTo>
                  <a:lnTo>
                    <a:pt x="24289" y="196977"/>
                  </a:lnTo>
                  <a:lnTo>
                    <a:pt x="41454" y="161807"/>
                  </a:lnTo>
                  <a:lnTo>
                    <a:pt x="62793" y="129007"/>
                  </a:lnTo>
                  <a:lnTo>
                    <a:pt x="87987" y="99065"/>
                  </a:lnTo>
                  <a:lnTo>
                    <a:pt x="116660" y="72429"/>
                  </a:lnTo>
                  <a:lnTo>
                    <a:pt x="148378" y="49503"/>
                  </a:lnTo>
                  <a:lnTo>
                    <a:pt x="182659" y="30635"/>
                  </a:lnTo>
                  <a:lnTo>
                    <a:pt x="218993" y="16105"/>
                  </a:lnTo>
                  <a:lnTo>
                    <a:pt x="256836" y="6131"/>
                  </a:lnTo>
                  <a:lnTo>
                    <a:pt x="295616" y="864"/>
                  </a:lnTo>
                  <a:lnTo>
                    <a:pt x="319087" y="0"/>
                  </a:lnTo>
                  <a:lnTo>
                    <a:pt x="326920" y="96"/>
                  </a:lnTo>
                  <a:lnTo>
                    <a:pt x="365907" y="3453"/>
                  </a:lnTo>
                  <a:lnTo>
                    <a:pt x="404189" y="11557"/>
                  </a:lnTo>
                  <a:lnTo>
                    <a:pt x="441196" y="24289"/>
                  </a:lnTo>
                  <a:lnTo>
                    <a:pt x="476367" y="41454"/>
                  </a:lnTo>
                  <a:lnTo>
                    <a:pt x="509167" y="62793"/>
                  </a:lnTo>
                  <a:lnTo>
                    <a:pt x="539109" y="87987"/>
                  </a:lnTo>
                  <a:lnTo>
                    <a:pt x="565745" y="116660"/>
                  </a:lnTo>
                  <a:lnTo>
                    <a:pt x="588671" y="148378"/>
                  </a:lnTo>
                  <a:lnTo>
                    <a:pt x="607539" y="182659"/>
                  </a:lnTo>
                  <a:lnTo>
                    <a:pt x="622069" y="218993"/>
                  </a:lnTo>
                  <a:lnTo>
                    <a:pt x="632043" y="256836"/>
                  </a:lnTo>
                  <a:lnTo>
                    <a:pt x="637310" y="295616"/>
                  </a:lnTo>
                  <a:lnTo>
                    <a:pt x="638174" y="319087"/>
                  </a:lnTo>
                  <a:lnTo>
                    <a:pt x="638078" y="326920"/>
                  </a:lnTo>
                  <a:lnTo>
                    <a:pt x="634721" y="365907"/>
                  </a:lnTo>
                  <a:lnTo>
                    <a:pt x="626617" y="404189"/>
                  </a:lnTo>
                  <a:lnTo>
                    <a:pt x="613885" y="441196"/>
                  </a:lnTo>
                  <a:lnTo>
                    <a:pt x="596720" y="476367"/>
                  </a:lnTo>
                  <a:lnTo>
                    <a:pt x="575381" y="509167"/>
                  </a:lnTo>
                  <a:lnTo>
                    <a:pt x="550187" y="539109"/>
                  </a:lnTo>
                  <a:lnTo>
                    <a:pt x="521514" y="565745"/>
                  </a:lnTo>
                  <a:lnTo>
                    <a:pt x="489796" y="588671"/>
                  </a:lnTo>
                  <a:lnTo>
                    <a:pt x="455515" y="607539"/>
                  </a:lnTo>
                  <a:lnTo>
                    <a:pt x="419181" y="622069"/>
                  </a:lnTo>
                  <a:lnTo>
                    <a:pt x="381338" y="632043"/>
                  </a:lnTo>
                  <a:lnTo>
                    <a:pt x="342558" y="637310"/>
                  </a:lnTo>
                  <a:lnTo>
                    <a:pt x="319087" y="638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66160" y="9825813"/>
              <a:ext cx="399415" cy="240029"/>
            </a:xfrm>
            <a:custGeom>
              <a:avLst/>
              <a:gdLst/>
              <a:ahLst/>
              <a:cxnLst/>
              <a:rect l="l" t="t" r="r" b="b"/>
              <a:pathLst>
                <a:path w="399415" h="240029">
                  <a:moveTo>
                    <a:pt x="199546" y="108022"/>
                  </a:moveTo>
                  <a:lnTo>
                    <a:pt x="9218" y="3402"/>
                  </a:lnTo>
                  <a:lnTo>
                    <a:pt x="12464" y="1254"/>
                  </a:lnTo>
                  <a:lnTo>
                    <a:pt x="16353" y="0"/>
                  </a:lnTo>
                  <a:lnTo>
                    <a:pt x="383012" y="0"/>
                  </a:lnTo>
                  <a:lnTo>
                    <a:pt x="387333" y="1576"/>
                  </a:lnTo>
                  <a:lnTo>
                    <a:pt x="390791" y="4223"/>
                  </a:lnTo>
                  <a:lnTo>
                    <a:pt x="199546" y="108022"/>
                  </a:lnTo>
                  <a:close/>
                </a:path>
                <a:path w="399415" h="240029">
                  <a:moveTo>
                    <a:pt x="679" y="224123"/>
                  </a:moveTo>
                  <a:lnTo>
                    <a:pt x="231" y="222404"/>
                  </a:lnTo>
                  <a:lnTo>
                    <a:pt x="0" y="220689"/>
                  </a:lnTo>
                  <a:lnTo>
                    <a:pt x="0" y="21645"/>
                  </a:lnTo>
                  <a:lnTo>
                    <a:pt x="118192" y="85960"/>
                  </a:lnTo>
                  <a:lnTo>
                    <a:pt x="679" y="224123"/>
                  </a:lnTo>
                  <a:close/>
                </a:path>
                <a:path w="399415" h="240029">
                  <a:moveTo>
                    <a:pt x="396399" y="228627"/>
                  </a:moveTo>
                  <a:lnTo>
                    <a:pt x="280874" y="85960"/>
                  </a:lnTo>
                  <a:lnTo>
                    <a:pt x="398859" y="23053"/>
                  </a:lnTo>
                  <a:lnTo>
                    <a:pt x="398859" y="222404"/>
                  </a:lnTo>
                  <a:lnTo>
                    <a:pt x="397968" y="225725"/>
                  </a:lnTo>
                  <a:lnTo>
                    <a:pt x="396399" y="228627"/>
                  </a:lnTo>
                  <a:close/>
                </a:path>
                <a:path w="399415" h="240029">
                  <a:moveTo>
                    <a:pt x="378716" y="239402"/>
                  </a:moveTo>
                  <a:lnTo>
                    <a:pt x="18628" y="239402"/>
                  </a:lnTo>
                  <a:lnTo>
                    <a:pt x="16923" y="239167"/>
                  </a:lnTo>
                  <a:lnTo>
                    <a:pt x="15229" y="238716"/>
                  </a:lnTo>
                  <a:lnTo>
                    <a:pt x="136616" y="96276"/>
                  </a:lnTo>
                  <a:lnTo>
                    <a:pt x="196085" y="129623"/>
                  </a:lnTo>
                  <a:lnTo>
                    <a:pt x="197816" y="130060"/>
                  </a:lnTo>
                  <a:lnTo>
                    <a:pt x="289915" y="130060"/>
                  </a:lnTo>
                  <a:lnTo>
                    <a:pt x="378716" y="239402"/>
                  </a:lnTo>
                  <a:close/>
                </a:path>
                <a:path w="399415" h="240029">
                  <a:moveTo>
                    <a:pt x="289915" y="130060"/>
                  </a:moveTo>
                  <a:lnTo>
                    <a:pt x="201278" y="130060"/>
                  </a:lnTo>
                  <a:lnTo>
                    <a:pt x="203009" y="129623"/>
                  </a:lnTo>
                  <a:lnTo>
                    <a:pt x="262477" y="96276"/>
                  </a:lnTo>
                  <a:lnTo>
                    <a:pt x="289915" y="130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043125" y="9657009"/>
            <a:ext cx="4201795" cy="5321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900" spc="-114" dirty="0">
                <a:solidFill>
                  <a:srgbClr val="FFFFFF"/>
                </a:solidFill>
                <a:latin typeface="Arial Black"/>
                <a:cs typeface="Arial Black"/>
                <a:hlinkClick r:id="rId5"/>
              </a:rPr>
              <a:t>codingclub@sru.edu.in</a:t>
            </a:r>
            <a:endParaRPr sz="2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1740" y="182681"/>
            <a:ext cx="1514474" cy="15144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672805" y="2517197"/>
            <a:ext cx="21590" cy="38100"/>
          </a:xfrm>
          <a:custGeom>
            <a:avLst/>
            <a:gdLst/>
            <a:ahLst/>
            <a:cxnLst/>
            <a:rect l="l" t="t" r="r" b="b"/>
            <a:pathLst>
              <a:path w="21589" h="38100">
                <a:moveTo>
                  <a:pt x="21120" y="38099"/>
                </a:moveTo>
                <a:lnTo>
                  <a:pt x="0" y="38099"/>
                </a:lnTo>
                <a:lnTo>
                  <a:pt x="0" y="0"/>
                </a:lnTo>
                <a:lnTo>
                  <a:pt x="21120" y="0"/>
                </a:lnTo>
                <a:lnTo>
                  <a:pt x="2112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64873" y="6231947"/>
            <a:ext cx="71120" cy="38100"/>
          </a:xfrm>
          <a:custGeom>
            <a:avLst/>
            <a:gdLst/>
            <a:ahLst/>
            <a:cxnLst/>
            <a:rect l="l" t="t" r="r" b="b"/>
            <a:pathLst>
              <a:path w="71120" h="38100">
                <a:moveTo>
                  <a:pt x="71059" y="38099"/>
                </a:moveTo>
                <a:lnTo>
                  <a:pt x="0" y="38099"/>
                </a:lnTo>
                <a:lnTo>
                  <a:pt x="0" y="0"/>
                </a:lnTo>
                <a:lnTo>
                  <a:pt x="71059" y="0"/>
                </a:lnTo>
                <a:lnTo>
                  <a:pt x="71059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3837" y="1945685"/>
            <a:ext cx="17611725" cy="3484928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lang="en-US" sz="4400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Data Storage: </a:t>
            </a:r>
            <a:br>
              <a:rPr lang="en-US" sz="4400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</a:br>
            <a:r>
              <a:rPr lang="en-US" sz="4400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Uses basic/local storage; can be upgraded to cloud database</a:t>
            </a:r>
            <a:br>
              <a:rPr lang="en-US" sz="4400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</a:br>
            <a:r>
              <a:rPr lang="en-US" sz="4400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Authentication: Simple login system; no advanced security (OTP/MFA)</a:t>
            </a:r>
            <a:br>
              <a:rPr lang="en-US" sz="4400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</a:br>
            <a:r>
              <a:rPr lang="en-US" sz="4400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Data Source: Weather data is manually entered, not real-time API</a:t>
            </a:r>
            <a:br>
              <a:rPr lang="en-US" sz="4400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</a:br>
            <a:r>
              <a:rPr lang="en-US" sz="4400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Offline: Requires internet; no offline support.</a:t>
            </a:r>
            <a:endParaRPr sz="4400" dirty="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807" y="314380"/>
            <a:ext cx="1571624" cy="107814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347447" y="9626432"/>
            <a:ext cx="638175" cy="638175"/>
            <a:chOff x="6347447" y="9626432"/>
            <a:chExt cx="638175" cy="638175"/>
          </a:xfrm>
        </p:grpSpPr>
        <p:sp>
          <p:nvSpPr>
            <p:cNvPr id="8" name="object 8"/>
            <p:cNvSpPr/>
            <p:nvPr/>
          </p:nvSpPr>
          <p:spPr>
            <a:xfrm>
              <a:off x="6347447" y="9626432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87" y="638174"/>
                  </a:moveTo>
                  <a:lnTo>
                    <a:pt x="280025" y="635775"/>
                  </a:lnTo>
                  <a:lnTo>
                    <a:pt x="241555" y="628612"/>
                  </a:lnTo>
                  <a:lnTo>
                    <a:pt x="204251" y="616794"/>
                  </a:lnTo>
                  <a:lnTo>
                    <a:pt x="168670" y="600497"/>
                  </a:lnTo>
                  <a:lnTo>
                    <a:pt x="135352" y="579967"/>
                  </a:lnTo>
                  <a:lnTo>
                    <a:pt x="104801" y="555515"/>
                  </a:lnTo>
                  <a:lnTo>
                    <a:pt x="77473" y="527508"/>
                  </a:lnTo>
                  <a:lnTo>
                    <a:pt x="53775" y="496362"/>
                  </a:lnTo>
                  <a:lnTo>
                    <a:pt x="34069" y="462550"/>
                  </a:lnTo>
                  <a:lnTo>
                    <a:pt x="18652" y="426584"/>
                  </a:lnTo>
                  <a:lnTo>
                    <a:pt x="7753" y="389002"/>
                  </a:lnTo>
                  <a:lnTo>
                    <a:pt x="1536" y="350363"/>
                  </a:lnTo>
                  <a:lnTo>
                    <a:pt x="0" y="319087"/>
                  </a:lnTo>
                  <a:lnTo>
                    <a:pt x="96" y="311254"/>
                  </a:lnTo>
                  <a:lnTo>
                    <a:pt x="3453" y="272267"/>
                  </a:lnTo>
                  <a:lnTo>
                    <a:pt x="11557" y="233985"/>
                  </a:lnTo>
                  <a:lnTo>
                    <a:pt x="24289" y="196977"/>
                  </a:lnTo>
                  <a:lnTo>
                    <a:pt x="41454" y="161807"/>
                  </a:lnTo>
                  <a:lnTo>
                    <a:pt x="62793" y="129007"/>
                  </a:lnTo>
                  <a:lnTo>
                    <a:pt x="87987" y="99065"/>
                  </a:lnTo>
                  <a:lnTo>
                    <a:pt x="116660" y="72429"/>
                  </a:lnTo>
                  <a:lnTo>
                    <a:pt x="148378" y="49503"/>
                  </a:lnTo>
                  <a:lnTo>
                    <a:pt x="182659" y="30635"/>
                  </a:lnTo>
                  <a:lnTo>
                    <a:pt x="218993" y="16105"/>
                  </a:lnTo>
                  <a:lnTo>
                    <a:pt x="256836" y="6131"/>
                  </a:lnTo>
                  <a:lnTo>
                    <a:pt x="295616" y="864"/>
                  </a:lnTo>
                  <a:lnTo>
                    <a:pt x="319087" y="0"/>
                  </a:lnTo>
                  <a:lnTo>
                    <a:pt x="326920" y="96"/>
                  </a:lnTo>
                  <a:lnTo>
                    <a:pt x="365907" y="3453"/>
                  </a:lnTo>
                  <a:lnTo>
                    <a:pt x="404189" y="11557"/>
                  </a:lnTo>
                  <a:lnTo>
                    <a:pt x="441196" y="24289"/>
                  </a:lnTo>
                  <a:lnTo>
                    <a:pt x="476367" y="41454"/>
                  </a:lnTo>
                  <a:lnTo>
                    <a:pt x="509167" y="62793"/>
                  </a:lnTo>
                  <a:lnTo>
                    <a:pt x="539109" y="87987"/>
                  </a:lnTo>
                  <a:lnTo>
                    <a:pt x="565745" y="116660"/>
                  </a:lnTo>
                  <a:lnTo>
                    <a:pt x="588671" y="148378"/>
                  </a:lnTo>
                  <a:lnTo>
                    <a:pt x="607539" y="182659"/>
                  </a:lnTo>
                  <a:lnTo>
                    <a:pt x="622069" y="218993"/>
                  </a:lnTo>
                  <a:lnTo>
                    <a:pt x="632043" y="256836"/>
                  </a:lnTo>
                  <a:lnTo>
                    <a:pt x="637310" y="295616"/>
                  </a:lnTo>
                  <a:lnTo>
                    <a:pt x="638174" y="319087"/>
                  </a:lnTo>
                  <a:lnTo>
                    <a:pt x="638078" y="326920"/>
                  </a:lnTo>
                  <a:lnTo>
                    <a:pt x="634721" y="365907"/>
                  </a:lnTo>
                  <a:lnTo>
                    <a:pt x="626617" y="404189"/>
                  </a:lnTo>
                  <a:lnTo>
                    <a:pt x="613885" y="441196"/>
                  </a:lnTo>
                  <a:lnTo>
                    <a:pt x="596720" y="476367"/>
                  </a:lnTo>
                  <a:lnTo>
                    <a:pt x="575381" y="509167"/>
                  </a:lnTo>
                  <a:lnTo>
                    <a:pt x="550187" y="539109"/>
                  </a:lnTo>
                  <a:lnTo>
                    <a:pt x="521514" y="565745"/>
                  </a:lnTo>
                  <a:lnTo>
                    <a:pt x="489796" y="588671"/>
                  </a:lnTo>
                  <a:lnTo>
                    <a:pt x="455515" y="607539"/>
                  </a:lnTo>
                  <a:lnTo>
                    <a:pt x="419181" y="622069"/>
                  </a:lnTo>
                  <a:lnTo>
                    <a:pt x="381338" y="632043"/>
                  </a:lnTo>
                  <a:lnTo>
                    <a:pt x="342558" y="637310"/>
                  </a:lnTo>
                  <a:lnTo>
                    <a:pt x="319087" y="638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66160" y="9825813"/>
              <a:ext cx="399415" cy="240029"/>
            </a:xfrm>
            <a:custGeom>
              <a:avLst/>
              <a:gdLst/>
              <a:ahLst/>
              <a:cxnLst/>
              <a:rect l="l" t="t" r="r" b="b"/>
              <a:pathLst>
                <a:path w="399415" h="240029">
                  <a:moveTo>
                    <a:pt x="199546" y="108022"/>
                  </a:moveTo>
                  <a:lnTo>
                    <a:pt x="9218" y="3402"/>
                  </a:lnTo>
                  <a:lnTo>
                    <a:pt x="12464" y="1254"/>
                  </a:lnTo>
                  <a:lnTo>
                    <a:pt x="16353" y="0"/>
                  </a:lnTo>
                  <a:lnTo>
                    <a:pt x="383012" y="0"/>
                  </a:lnTo>
                  <a:lnTo>
                    <a:pt x="387333" y="1576"/>
                  </a:lnTo>
                  <a:lnTo>
                    <a:pt x="390791" y="4223"/>
                  </a:lnTo>
                  <a:lnTo>
                    <a:pt x="199546" y="108022"/>
                  </a:lnTo>
                  <a:close/>
                </a:path>
                <a:path w="399415" h="240029">
                  <a:moveTo>
                    <a:pt x="679" y="224123"/>
                  </a:moveTo>
                  <a:lnTo>
                    <a:pt x="231" y="222404"/>
                  </a:lnTo>
                  <a:lnTo>
                    <a:pt x="0" y="220689"/>
                  </a:lnTo>
                  <a:lnTo>
                    <a:pt x="0" y="21645"/>
                  </a:lnTo>
                  <a:lnTo>
                    <a:pt x="118192" y="85960"/>
                  </a:lnTo>
                  <a:lnTo>
                    <a:pt x="679" y="224123"/>
                  </a:lnTo>
                  <a:close/>
                </a:path>
                <a:path w="399415" h="240029">
                  <a:moveTo>
                    <a:pt x="396399" y="228627"/>
                  </a:moveTo>
                  <a:lnTo>
                    <a:pt x="280874" y="85960"/>
                  </a:lnTo>
                  <a:lnTo>
                    <a:pt x="398859" y="23053"/>
                  </a:lnTo>
                  <a:lnTo>
                    <a:pt x="398859" y="222404"/>
                  </a:lnTo>
                  <a:lnTo>
                    <a:pt x="397968" y="225725"/>
                  </a:lnTo>
                  <a:lnTo>
                    <a:pt x="396399" y="228627"/>
                  </a:lnTo>
                  <a:close/>
                </a:path>
                <a:path w="399415" h="240029">
                  <a:moveTo>
                    <a:pt x="378716" y="239402"/>
                  </a:moveTo>
                  <a:lnTo>
                    <a:pt x="18628" y="239402"/>
                  </a:lnTo>
                  <a:lnTo>
                    <a:pt x="16923" y="239167"/>
                  </a:lnTo>
                  <a:lnTo>
                    <a:pt x="15229" y="238716"/>
                  </a:lnTo>
                  <a:lnTo>
                    <a:pt x="136616" y="96276"/>
                  </a:lnTo>
                  <a:lnTo>
                    <a:pt x="196085" y="129623"/>
                  </a:lnTo>
                  <a:lnTo>
                    <a:pt x="197816" y="130060"/>
                  </a:lnTo>
                  <a:lnTo>
                    <a:pt x="289915" y="130060"/>
                  </a:lnTo>
                  <a:lnTo>
                    <a:pt x="378716" y="239402"/>
                  </a:lnTo>
                  <a:close/>
                </a:path>
                <a:path w="399415" h="240029">
                  <a:moveTo>
                    <a:pt x="289915" y="130060"/>
                  </a:moveTo>
                  <a:lnTo>
                    <a:pt x="201278" y="130060"/>
                  </a:lnTo>
                  <a:lnTo>
                    <a:pt x="203009" y="129623"/>
                  </a:lnTo>
                  <a:lnTo>
                    <a:pt x="262477" y="96276"/>
                  </a:lnTo>
                  <a:lnTo>
                    <a:pt x="289915" y="130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21404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Limitations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43125" y="9657009"/>
            <a:ext cx="4201795" cy="5321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900" spc="-114" dirty="0">
                <a:solidFill>
                  <a:srgbClr val="FFFFFF"/>
                </a:solidFill>
                <a:latin typeface="Arial Black"/>
                <a:cs typeface="Arial Black"/>
                <a:hlinkClick r:id="rId4"/>
              </a:rPr>
              <a:t>codingclub@sru.edu.in</a:t>
            </a:r>
            <a:endParaRPr sz="2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1740" y="182681"/>
            <a:ext cx="1514474" cy="15144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05667" y="6660653"/>
            <a:ext cx="9631880" cy="24514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82417" y="1566956"/>
            <a:ext cx="15005685" cy="3923509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lang="en-IN" sz="4800" spc="-370" dirty="0">
                <a:latin typeface="Arial" panose="020B0604020202020204" pitchFamily="34" charset="0"/>
                <a:cs typeface="Arial" panose="020B0604020202020204" pitchFamily="34" charset="0"/>
              </a:rPr>
              <a:t>Future Scope &amp; Roadmap (Short)Phase 2: Intelligence &amp; </a:t>
            </a:r>
            <a:r>
              <a:rPr lang="en-IN" sz="4800" spc="-370" dirty="0" err="1">
                <a:latin typeface="Arial" panose="020B0604020202020204" pitchFamily="34" charset="0"/>
                <a:cs typeface="Arial" panose="020B0604020202020204" pitchFamily="34" charset="0"/>
              </a:rPr>
              <a:t>MobileAI</a:t>
            </a:r>
            <a:r>
              <a:rPr lang="en-IN" sz="4800" spc="-370" dirty="0">
                <a:latin typeface="Arial" panose="020B0604020202020204" pitchFamily="34" charset="0"/>
                <a:cs typeface="Arial" panose="020B0604020202020204" pitchFamily="34" charset="0"/>
              </a:rPr>
              <a:t>-based crop </a:t>
            </a:r>
            <a:r>
              <a:rPr lang="en-IN" sz="4800" spc="-370" dirty="0" err="1">
                <a:latin typeface="Arial" panose="020B0604020202020204" pitchFamily="34" charset="0"/>
                <a:cs typeface="Arial" panose="020B0604020202020204" pitchFamily="34" charset="0"/>
              </a:rPr>
              <a:t>recommendationsMobile</a:t>
            </a:r>
            <a:r>
              <a:rPr lang="en-IN" sz="4800" spc="-370" dirty="0">
                <a:latin typeface="Arial" panose="020B0604020202020204" pitchFamily="34" charset="0"/>
                <a:cs typeface="Arial" panose="020B0604020202020204" pitchFamily="34" charset="0"/>
              </a:rPr>
              <a:t> app with notifications &amp; GPS</a:t>
            </a: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lang="en-IN" sz="4800" spc="-370" dirty="0">
                <a:latin typeface="Arial" panose="020B0604020202020204" pitchFamily="34" charset="0"/>
                <a:cs typeface="Arial" panose="020B0604020202020204" pitchFamily="34" charset="0"/>
              </a:rPr>
              <a:t>Phase 3: Smart </a:t>
            </a:r>
            <a:r>
              <a:rPr lang="en-IN" sz="4800" spc="-370" dirty="0" err="1">
                <a:latin typeface="Arial" panose="020B0604020202020204" pitchFamily="34" charset="0"/>
                <a:cs typeface="Arial" panose="020B0604020202020204" pitchFamily="34" charset="0"/>
              </a:rPr>
              <a:t>IntegrationLive</a:t>
            </a:r>
            <a:r>
              <a:rPr lang="en-IN" sz="4800" spc="-370" dirty="0">
                <a:latin typeface="Arial" panose="020B0604020202020204" pitchFamily="34" charset="0"/>
                <a:cs typeface="Arial" panose="020B0604020202020204" pitchFamily="34" charset="0"/>
              </a:rPr>
              <a:t> weather API </a:t>
            </a:r>
            <a:r>
              <a:rPr lang="en-IN" sz="4800" spc="-370" dirty="0" err="1">
                <a:latin typeface="Arial" panose="020B0604020202020204" pitchFamily="34" charset="0"/>
                <a:cs typeface="Arial" panose="020B0604020202020204" pitchFamily="34" charset="0"/>
              </a:rPr>
              <a:t>integrationIoT</a:t>
            </a:r>
            <a:r>
              <a:rPr lang="en-IN" sz="4800" spc="-370" dirty="0">
                <a:latin typeface="Arial" panose="020B0604020202020204" pitchFamily="34" charset="0"/>
                <a:cs typeface="Arial" panose="020B0604020202020204" pitchFamily="34" charset="0"/>
              </a:rPr>
              <a:t> sensors for automatic data collection</a:t>
            </a:r>
            <a:endParaRPr sz="480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1465">
              <a:lnSpc>
                <a:spcPct val="100000"/>
              </a:lnSpc>
              <a:spcBef>
                <a:spcPts val="100"/>
              </a:spcBef>
            </a:pPr>
            <a:r>
              <a:rPr spc="-300" dirty="0"/>
              <a:t>Future</a:t>
            </a:r>
            <a:r>
              <a:rPr spc="-480" dirty="0"/>
              <a:t> </a:t>
            </a:r>
            <a:r>
              <a:rPr spc="-395" dirty="0"/>
              <a:t>Scope</a:t>
            </a:r>
            <a:r>
              <a:rPr spc="-480" dirty="0"/>
              <a:t> </a:t>
            </a:r>
            <a:r>
              <a:rPr spc="-1160" dirty="0"/>
              <a:t>&amp;</a:t>
            </a:r>
            <a:r>
              <a:rPr spc="-480" dirty="0"/>
              <a:t> </a:t>
            </a:r>
            <a:r>
              <a:rPr spc="-375" dirty="0"/>
              <a:t>Roadmap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4807" y="314380"/>
            <a:ext cx="1571624" cy="107814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347447" y="9626432"/>
            <a:ext cx="638175" cy="638175"/>
            <a:chOff x="6347447" y="9626432"/>
            <a:chExt cx="638175" cy="638175"/>
          </a:xfrm>
        </p:grpSpPr>
        <p:sp>
          <p:nvSpPr>
            <p:cNvPr id="8" name="object 8"/>
            <p:cNvSpPr/>
            <p:nvPr/>
          </p:nvSpPr>
          <p:spPr>
            <a:xfrm>
              <a:off x="6347447" y="9626432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87" y="638174"/>
                  </a:moveTo>
                  <a:lnTo>
                    <a:pt x="280025" y="635775"/>
                  </a:lnTo>
                  <a:lnTo>
                    <a:pt x="241555" y="628612"/>
                  </a:lnTo>
                  <a:lnTo>
                    <a:pt x="204251" y="616794"/>
                  </a:lnTo>
                  <a:lnTo>
                    <a:pt x="168670" y="600497"/>
                  </a:lnTo>
                  <a:lnTo>
                    <a:pt x="135352" y="579967"/>
                  </a:lnTo>
                  <a:lnTo>
                    <a:pt x="104801" y="555515"/>
                  </a:lnTo>
                  <a:lnTo>
                    <a:pt x="77473" y="527508"/>
                  </a:lnTo>
                  <a:lnTo>
                    <a:pt x="53775" y="496362"/>
                  </a:lnTo>
                  <a:lnTo>
                    <a:pt x="34069" y="462550"/>
                  </a:lnTo>
                  <a:lnTo>
                    <a:pt x="18652" y="426584"/>
                  </a:lnTo>
                  <a:lnTo>
                    <a:pt x="7753" y="389002"/>
                  </a:lnTo>
                  <a:lnTo>
                    <a:pt x="1536" y="350363"/>
                  </a:lnTo>
                  <a:lnTo>
                    <a:pt x="0" y="319087"/>
                  </a:lnTo>
                  <a:lnTo>
                    <a:pt x="96" y="311254"/>
                  </a:lnTo>
                  <a:lnTo>
                    <a:pt x="3453" y="272267"/>
                  </a:lnTo>
                  <a:lnTo>
                    <a:pt x="11557" y="233985"/>
                  </a:lnTo>
                  <a:lnTo>
                    <a:pt x="24289" y="196977"/>
                  </a:lnTo>
                  <a:lnTo>
                    <a:pt x="41454" y="161807"/>
                  </a:lnTo>
                  <a:lnTo>
                    <a:pt x="62793" y="129007"/>
                  </a:lnTo>
                  <a:lnTo>
                    <a:pt x="87987" y="99065"/>
                  </a:lnTo>
                  <a:lnTo>
                    <a:pt x="116660" y="72429"/>
                  </a:lnTo>
                  <a:lnTo>
                    <a:pt x="148378" y="49503"/>
                  </a:lnTo>
                  <a:lnTo>
                    <a:pt x="182659" y="30635"/>
                  </a:lnTo>
                  <a:lnTo>
                    <a:pt x="218993" y="16105"/>
                  </a:lnTo>
                  <a:lnTo>
                    <a:pt x="256836" y="6131"/>
                  </a:lnTo>
                  <a:lnTo>
                    <a:pt x="295616" y="864"/>
                  </a:lnTo>
                  <a:lnTo>
                    <a:pt x="319087" y="0"/>
                  </a:lnTo>
                  <a:lnTo>
                    <a:pt x="326920" y="96"/>
                  </a:lnTo>
                  <a:lnTo>
                    <a:pt x="365907" y="3453"/>
                  </a:lnTo>
                  <a:lnTo>
                    <a:pt x="404189" y="11557"/>
                  </a:lnTo>
                  <a:lnTo>
                    <a:pt x="441196" y="24289"/>
                  </a:lnTo>
                  <a:lnTo>
                    <a:pt x="476367" y="41454"/>
                  </a:lnTo>
                  <a:lnTo>
                    <a:pt x="509167" y="62793"/>
                  </a:lnTo>
                  <a:lnTo>
                    <a:pt x="539109" y="87987"/>
                  </a:lnTo>
                  <a:lnTo>
                    <a:pt x="565745" y="116660"/>
                  </a:lnTo>
                  <a:lnTo>
                    <a:pt x="588671" y="148378"/>
                  </a:lnTo>
                  <a:lnTo>
                    <a:pt x="607539" y="182659"/>
                  </a:lnTo>
                  <a:lnTo>
                    <a:pt x="622069" y="218993"/>
                  </a:lnTo>
                  <a:lnTo>
                    <a:pt x="632043" y="256836"/>
                  </a:lnTo>
                  <a:lnTo>
                    <a:pt x="637310" y="295616"/>
                  </a:lnTo>
                  <a:lnTo>
                    <a:pt x="638174" y="319087"/>
                  </a:lnTo>
                  <a:lnTo>
                    <a:pt x="638078" y="326920"/>
                  </a:lnTo>
                  <a:lnTo>
                    <a:pt x="634721" y="365907"/>
                  </a:lnTo>
                  <a:lnTo>
                    <a:pt x="626617" y="404189"/>
                  </a:lnTo>
                  <a:lnTo>
                    <a:pt x="613885" y="441196"/>
                  </a:lnTo>
                  <a:lnTo>
                    <a:pt x="596720" y="476367"/>
                  </a:lnTo>
                  <a:lnTo>
                    <a:pt x="575381" y="509167"/>
                  </a:lnTo>
                  <a:lnTo>
                    <a:pt x="550187" y="539109"/>
                  </a:lnTo>
                  <a:lnTo>
                    <a:pt x="521514" y="565745"/>
                  </a:lnTo>
                  <a:lnTo>
                    <a:pt x="489796" y="588671"/>
                  </a:lnTo>
                  <a:lnTo>
                    <a:pt x="455515" y="607539"/>
                  </a:lnTo>
                  <a:lnTo>
                    <a:pt x="419181" y="622069"/>
                  </a:lnTo>
                  <a:lnTo>
                    <a:pt x="381338" y="632043"/>
                  </a:lnTo>
                  <a:lnTo>
                    <a:pt x="342558" y="637310"/>
                  </a:lnTo>
                  <a:lnTo>
                    <a:pt x="319087" y="638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66160" y="9825813"/>
              <a:ext cx="399415" cy="240029"/>
            </a:xfrm>
            <a:custGeom>
              <a:avLst/>
              <a:gdLst/>
              <a:ahLst/>
              <a:cxnLst/>
              <a:rect l="l" t="t" r="r" b="b"/>
              <a:pathLst>
                <a:path w="399415" h="240029">
                  <a:moveTo>
                    <a:pt x="199546" y="108022"/>
                  </a:moveTo>
                  <a:lnTo>
                    <a:pt x="9218" y="3402"/>
                  </a:lnTo>
                  <a:lnTo>
                    <a:pt x="12464" y="1254"/>
                  </a:lnTo>
                  <a:lnTo>
                    <a:pt x="16353" y="0"/>
                  </a:lnTo>
                  <a:lnTo>
                    <a:pt x="383012" y="0"/>
                  </a:lnTo>
                  <a:lnTo>
                    <a:pt x="387333" y="1576"/>
                  </a:lnTo>
                  <a:lnTo>
                    <a:pt x="390791" y="4223"/>
                  </a:lnTo>
                  <a:lnTo>
                    <a:pt x="199546" y="108022"/>
                  </a:lnTo>
                  <a:close/>
                </a:path>
                <a:path w="399415" h="240029">
                  <a:moveTo>
                    <a:pt x="679" y="224123"/>
                  </a:moveTo>
                  <a:lnTo>
                    <a:pt x="231" y="222404"/>
                  </a:lnTo>
                  <a:lnTo>
                    <a:pt x="0" y="220689"/>
                  </a:lnTo>
                  <a:lnTo>
                    <a:pt x="0" y="21645"/>
                  </a:lnTo>
                  <a:lnTo>
                    <a:pt x="118192" y="85960"/>
                  </a:lnTo>
                  <a:lnTo>
                    <a:pt x="679" y="224123"/>
                  </a:lnTo>
                  <a:close/>
                </a:path>
                <a:path w="399415" h="240029">
                  <a:moveTo>
                    <a:pt x="396399" y="228627"/>
                  </a:moveTo>
                  <a:lnTo>
                    <a:pt x="280874" y="85960"/>
                  </a:lnTo>
                  <a:lnTo>
                    <a:pt x="398859" y="23053"/>
                  </a:lnTo>
                  <a:lnTo>
                    <a:pt x="398859" y="222404"/>
                  </a:lnTo>
                  <a:lnTo>
                    <a:pt x="397968" y="225725"/>
                  </a:lnTo>
                  <a:lnTo>
                    <a:pt x="396399" y="228627"/>
                  </a:lnTo>
                  <a:close/>
                </a:path>
                <a:path w="399415" h="240029">
                  <a:moveTo>
                    <a:pt x="378716" y="239402"/>
                  </a:moveTo>
                  <a:lnTo>
                    <a:pt x="18628" y="239402"/>
                  </a:lnTo>
                  <a:lnTo>
                    <a:pt x="16923" y="239167"/>
                  </a:lnTo>
                  <a:lnTo>
                    <a:pt x="15229" y="238716"/>
                  </a:lnTo>
                  <a:lnTo>
                    <a:pt x="136616" y="96276"/>
                  </a:lnTo>
                  <a:lnTo>
                    <a:pt x="196085" y="129623"/>
                  </a:lnTo>
                  <a:lnTo>
                    <a:pt x="197816" y="130060"/>
                  </a:lnTo>
                  <a:lnTo>
                    <a:pt x="289915" y="130060"/>
                  </a:lnTo>
                  <a:lnTo>
                    <a:pt x="378716" y="239402"/>
                  </a:lnTo>
                  <a:close/>
                </a:path>
                <a:path w="399415" h="240029">
                  <a:moveTo>
                    <a:pt x="289915" y="130060"/>
                  </a:moveTo>
                  <a:lnTo>
                    <a:pt x="201278" y="130060"/>
                  </a:lnTo>
                  <a:lnTo>
                    <a:pt x="203009" y="129623"/>
                  </a:lnTo>
                  <a:lnTo>
                    <a:pt x="262477" y="96276"/>
                  </a:lnTo>
                  <a:lnTo>
                    <a:pt x="289915" y="130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043125" y="9657009"/>
            <a:ext cx="4201795" cy="5321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900" spc="-114" dirty="0">
                <a:solidFill>
                  <a:srgbClr val="FFFFFF"/>
                </a:solidFill>
                <a:latin typeface="Arial Black"/>
                <a:cs typeface="Arial Black"/>
                <a:hlinkClick r:id="rId5"/>
              </a:rPr>
              <a:t>codingclub@sru.edu.in</a:t>
            </a:r>
            <a:endParaRPr sz="2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697</Words>
  <Application>Microsoft Office PowerPoint</Application>
  <PresentationFormat>Custom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Times New Roman</vt:lpstr>
      <vt:lpstr>Verdana</vt:lpstr>
      <vt:lpstr>Wingdings</vt:lpstr>
      <vt:lpstr>Office Theme</vt:lpstr>
      <vt:lpstr>UdbhavaX'26</vt:lpstr>
      <vt:lpstr>Problem Scenario</vt:lpstr>
      <vt:lpstr>Current Pain Points (Why it Breaks)</vt:lpstr>
      <vt:lpstr>Objectives &amp; Success Criteria</vt:lpstr>
      <vt:lpstr>Proposed Solution Strategy</vt:lpstr>
      <vt:lpstr>System Architecture</vt:lpstr>
      <vt:lpstr>Data Flow / Workflow</vt:lpstr>
      <vt:lpstr>Implementation &amp; Demo Reference</vt:lpstr>
      <vt:lpstr>Impact &amp; Benefits</vt:lpstr>
      <vt:lpstr>Limitations</vt:lpstr>
      <vt:lpstr>Future Scope &amp;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UdbhavaX'26_slides_ref</dc:title>
  <dc:creator>Coding Club</dc:creator>
  <cp:keywords>DAG9RRHmMRA,BAGRFddF1s4,0</cp:keywords>
  <cp:lastModifiedBy>sherlin varshitha bollam</cp:lastModifiedBy>
  <cp:revision>1</cp:revision>
  <dcterms:created xsi:type="dcterms:W3CDTF">2026-04-06T11:09:50Z</dcterms:created>
  <dcterms:modified xsi:type="dcterms:W3CDTF">2026-04-06T12:13:35Z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2026-04-04T00:00:00Z</vt:filetime>
  </property>
  <property fmtid="{D5CDD505-2E9C-101B-9397-08002B2CF9AE}" pid="3" name="Creator">
    <vt:lpwstr>Canva</vt:lpwstr>
  </property>
  <property fmtid="{D5CDD505-2E9C-101B-9397-08002B2CF9AE}" pid="4" name="LastSaved">
    <vt:filetime>2026-04-06T00:00:00Z</vt:filetime>
  </property>
  <property fmtid="{D5CDD505-2E9C-101B-9397-08002B2CF9AE}" pid="5" name="Producer">
    <vt:lpwstr>Canva</vt:lpwstr>
  </property>
</Properties>
</file>